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4"/>
  </p:sldMasterIdLst>
  <p:notesMasterIdLst>
    <p:notesMasterId r:id="rId70"/>
  </p:notesMasterIdLst>
  <p:handoutMasterIdLst>
    <p:handoutMasterId r:id="rId71"/>
  </p:handoutMasterIdLst>
  <p:sldIdLst>
    <p:sldId id="964" r:id="rId5"/>
    <p:sldId id="596" r:id="rId6"/>
    <p:sldId id="886" r:id="rId7"/>
    <p:sldId id="967" r:id="rId8"/>
    <p:sldId id="887" r:id="rId9"/>
    <p:sldId id="888" r:id="rId10"/>
    <p:sldId id="889" r:id="rId11"/>
    <p:sldId id="890" r:id="rId12"/>
    <p:sldId id="891" r:id="rId13"/>
    <p:sldId id="892" r:id="rId14"/>
    <p:sldId id="893" r:id="rId15"/>
    <p:sldId id="894" r:id="rId16"/>
    <p:sldId id="895" r:id="rId17"/>
    <p:sldId id="896" r:id="rId18"/>
    <p:sldId id="897" r:id="rId19"/>
    <p:sldId id="898" r:id="rId20"/>
    <p:sldId id="969" r:id="rId21"/>
    <p:sldId id="970" r:id="rId22"/>
    <p:sldId id="971" r:id="rId23"/>
    <p:sldId id="972" r:id="rId24"/>
    <p:sldId id="973" r:id="rId25"/>
    <p:sldId id="985" r:id="rId26"/>
    <p:sldId id="1011" r:id="rId27"/>
    <p:sldId id="986" r:id="rId28"/>
    <p:sldId id="987" r:id="rId29"/>
    <p:sldId id="988" r:id="rId30"/>
    <p:sldId id="989" r:id="rId31"/>
    <p:sldId id="990" r:id="rId32"/>
    <p:sldId id="991" r:id="rId33"/>
    <p:sldId id="992" r:id="rId34"/>
    <p:sldId id="993" r:id="rId35"/>
    <p:sldId id="994" r:id="rId36"/>
    <p:sldId id="868" r:id="rId37"/>
    <p:sldId id="995" r:id="rId38"/>
    <p:sldId id="996" r:id="rId39"/>
    <p:sldId id="997" r:id="rId40"/>
    <p:sldId id="998" r:id="rId41"/>
    <p:sldId id="999" r:id="rId42"/>
    <p:sldId id="1000" r:id="rId43"/>
    <p:sldId id="1001" r:id="rId44"/>
    <p:sldId id="1002" r:id="rId45"/>
    <p:sldId id="1003" r:id="rId46"/>
    <p:sldId id="1004" r:id="rId47"/>
    <p:sldId id="1005" r:id="rId48"/>
    <p:sldId id="1006" r:id="rId49"/>
    <p:sldId id="1007" r:id="rId50"/>
    <p:sldId id="1008" r:id="rId51"/>
    <p:sldId id="1009" r:id="rId52"/>
    <p:sldId id="1010" r:id="rId53"/>
    <p:sldId id="256" r:id="rId54"/>
    <p:sldId id="257" r:id="rId55"/>
    <p:sldId id="258" r:id="rId56"/>
    <p:sldId id="260" r:id="rId57"/>
    <p:sldId id="259" r:id="rId58"/>
    <p:sldId id="262" r:id="rId59"/>
    <p:sldId id="263" r:id="rId60"/>
    <p:sldId id="265" r:id="rId61"/>
    <p:sldId id="267" r:id="rId62"/>
    <p:sldId id="293" r:id="rId63"/>
    <p:sldId id="266" r:id="rId64"/>
    <p:sldId id="268" r:id="rId65"/>
    <p:sldId id="269" r:id="rId66"/>
    <p:sldId id="270" r:id="rId67"/>
    <p:sldId id="272" r:id="rId68"/>
    <p:sldId id="271" r:id="rId6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4C"/>
    <a:srgbClr val="10426F"/>
    <a:srgbClr val="134C85"/>
    <a:srgbClr val="113555"/>
    <a:srgbClr val="FFFFFF"/>
    <a:srgbClr val="FEB29A"/>
    <a:srgbClr val="000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44D5A-0A90-0055-7694-C77A2D4B0CCF}" v="997" dt="2025-02-11T17:34:42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35" autoAdjust="0"/>
    <p:restoredTop sz="94434" autoAdjust="0"/>
  </p:normalViewPr>
  <p:slideViewPr>
    <p:cSldViewPr>
      <p:cViewPr varScale="1">
        <p:scale>
          <a:sx n="67" d="100"/>
          <a:sy n="67" d="100"/>
        </p:scale>
        <p:origin x="102" y="4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83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Joe Arun Raja - Asso.Prof-SOIS" userId="S::joe.arun@presidencyuniversity.in::b798aa45-34f5-4a2a-9585-fa801ce85428" providerId="AD" clId="Web-{69C8C3C5-BA43-0530-9960-70B2A8E0A2BB}"/>
    <pc:docChg chg="addSld modSld">
      <pc:chgData name="Dr.Joe Arun Raja - Asso.Prof-SOIS" userId="S::joe.arun@presidencyuniversity.in::b798aa45-34f5-4a2a-9585-fa801ce85428" providerId="AD" clId="Web-{69C8C3C5-BA43-0530-9960-70B2A8E0A2BB}" dt="2025-01-24T04:24:27.291" v="5" actId="14100"/>
      <pc:docMkLst>
        <pc:docMk/>
      </pc:docMkLst>
      <pc:sldChg chg="delSp">
        <pc:chgData name="Dr.Joe Arun Raja - Asso.Prof-SOIS" userId="S::joe.arun@presidencyuniversity.in::b798aa45-34f5-4a2a-9585-fa801ce85428" providerId="AD" clId="Web-{69C8C3C5-BA43-0530-9960-70B2A8E0A2BB}" dt="2025-01-24T04:24:12.103" v="1"/>
        <pc:sldMkLst>
          <pc:docMk/>
          <pc:sldMk cId="0" sldId="636"/>
        </pc:sldMkLst>
        <pc:picChg chg="del">
          <ac:chgData name="Dr.Joe Arun Raja - Asso.Prof-SOIS" userId="S::joe.arun@presidencyuniversity.in::b798aa45-34f5-4a2a-9585-fa801ce85428" providerId="AD" clId="Web-{69C8C3C5-BA43-0530-9960-70B2A8E0A2BB}" dt="2025-01-24T04:24:12.103" v="1"/>
          <ac:picMkLst>
            <pc:docMk/>
            <pc:sldMk cId="0" sldId="636"/>
            <ac:picMk id="6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9C8C3C5-BA43-0530-9960-70B2A8E0A2BB}" dt="2025-01-24T03:38:23.079" v="0" actId="14100"/>
        <pc:sldMkLst>
          <pc:docMk/>
          <pc:sldMk cId="0" sldId="771"/>
        </pc:sldMkLst>
        <pc:picChg chg="mod">
          <ac:chgData name="Dr.Joe Arun Raja - Asso.Prof-SOIS" userId="S::joe.arun@presidencyuniversity.in::b798aa45-34f5-4a2a-9585-fa801ce85428" providerId="AD" clId="Web-{69C8C3C5-BA43-0530-9960-70B2A8E0A2BB}" dt="2025-01-24T03:38:23.079" v="0" actId="14100"/>
          <ac:picMkLst>
            <pc:docMk/>
            <pc:sldMk cId="0" sldId="771"/>
            <ac:picMk id="5" creationId="{00000000-0000-0000-0000-000000000000}"/>
          </ac:picMkLst>
        </pc:picChg>
      </pc:sldChg>
      <pc:sldChg chg="addSp delSp modSp new">
        <pc:chgData name="Dr.Joe Arun Raja - Asso.Prof-SOIS" userId="S::joe.arun@presidencyuniversity.in::b798aa45-34f5-4a2a-9585-fa801ce85428" providerId="AD" clId="Web-{69C8C3C5-BA43-0530-9960-70B2A8E0A2BB}" dt="2025-01-24T04:24:27.291" v="5" actId="14100"/>
        <pc:sldMkLst>
          <pc:docMk/>
          <pc:sldMk cId="3810651152" sldId="955"/>
        </pc:sldMkLst>
        <pc:spChg chg="del">
          <ac:chgData name="Dr.Joe Arun Raja - Asso.Prof-SOIS" userId="S::joe.arun@presidencyuniversity.in::b798aa45-34f5-4a2a-9585-fa801ce85428" providerId="AD" clId="Web-{69C8C3C5-BA43-0530-9960-70B2A8E0A2BB}" dt="2025-01-24T04:24:16.900" v="3"/>
          <ac:spMkLst>
            <pc:docMk/>
            <pc:sldMk cId="3810651152" sldId="955"/>
            <ac:spMk id="3" creationId="{285B4CE5-3366-A5EF-0B8E-08F14A3DEBD2}"/>
          </ac:spMkLst>
        </pc:spChg>
        <pc:picChg chg="add mod ord">
          <ac:chgData name="Dr.Joe Arun Raja - Asso.Prof-SOIS" userId="S::joe.arun@presidencyuniversity.in::b798aa45-34f5-4a2a-9585-fa801ce85428" providerId="AD" clId="Web-{69C8C3C5-BA43-0530-9960-70B2A8E0A2BB}" dt="2025-01-24T04:24:27.291" v="5" actId="14100"/>
          <ac:picMkLst>
            <pc:docMk/>
            <pc:sldMk cId="3810651152" sldId="955"/>
            <ac:picMk id="5" creationId="{33D08276-42CC-C38C-1FEC-EB7C22A88170}"/>
          </ac:picMkLst>
        </pc:picChg>
      </pc:sldChg>
    </pc:docChg>
  </pc:docChgLst>
  <pc:docChgLst>
    <pc:chgData name="Guest User" userId="S::urn:spo:anon#ffe4f65ab61b9496dd240f256bd02fe7c53c0c46fa3d80010c4a776a878f0ce5::" providerId="AD" clId="Web-{F50557E8-C28F-800D-08E3-E0CEF776F9E1}"/>
    <pc:docChg chg="modSld">
      <pc:chgData name="Guest User" userId="S::urn:spo:anon#ffe4f65ab61b9496dd240f256bd02fe7c53c0c46fa3d80010c4a776a878f0ce5::" providerId="AD" clId="Web-{F50557E8-C28F-800D-08E3-E0CEF776F9E1}" dt="2024-01-25T05:12:48.108" v="5" actId="1076"/>
      <pc:docMkLst>
        <pc:docMk/>
      </pc:docMkLst>
      <pc:sldChg chg="modSp">
        <pc:chgData name="Guest User" userId="S::urn:spo:anon#ffe4f65ab61b9496dd240f256bd02fe7c53c0c46fa3d80010c4a776a878f0ce5::" providerId="AD" clId="Web-{F50557E8-C28F-800D-08E3-E0CEF776F9E1}" dt="2024-01-25T05:04:40.554" v="4" actId="1076"/>
        <pc:sldMkLst>
          <pc:docMk/>
          <pc:sldMk cId="0" sldId="791"/>
        </pc:sldMkLst>
      </pc:sldChg>
      <pc:sldChg chg="modSp">
        <pc:chgData name="Guest User" userId="S::urn:spo:anon#ffe4f65ab61b9496dd240f256bd02fe7c53c0c46fa3d80010c4a776a878f0ce5::" providerId="AD" clId="Web-{F50557E8-C28F-800D-08E3-E0CEF776F9E1}" dt="2024-01-25T05:12:48.108" v="5" actId="1076"/>
        <pc:sldMkLst>
          <pc:docMk/>
          <pc:sldMk cId="0" sldId="802"/>
        </pc:sldMkLst>
      </pc:sldChg>
      <pc:sldChg chg="modSp">
        <pc:chgData name="Guest User" userId="S::urn:spo:anon#ffe4f65ab61b9496dd240f256bd02fe7c53c0c46fa3d80010c4a776a878f0ce5::" providerId="AD" clId="Web-{F50557E8-C28F-800D-08E3-E0CEF776F9E1}" dt="2024-01-25T05:00:50.035" v="3" actId="1076"/>
        <pc:sldMkLst>
          <pc:docMk/>
          <pc:sldMk cId="0" sldId="928"/>
        </pc:sldMkLst>
      </pc:sldChg>
      <pc:sldChg chg="modSp">
        <pc:chgData name="Guest User" userId="S::urn:spo:anon#ffe4f65ab61b9496dd240f256bd02fe7c53c0c46fa3d80010c4a776a878f0ce5::" providerId="AD" clId="Web-{F50557E8-C28F-800D-08E3-E0CEF776F9E1}" dt="2024-01-25T04:26:12.444" v="0" actId="1076"/>
        <pc:sldMkLst>
          <pc:docMk/>
          <pc:sldMk cId="0" sldId="936"/>
        </pc:sldMkLst>
      </pc:sldChg>
    </pc:docChg>
  </pc:docChgLst>
  <pc:docChgLst>
    <pc:chgData name="Dr.Joe Arun Raja - Asso.Prof-SOIS" userId="S::joe.arun@presidencyuniversity.in::b798aa45-34f5-4a2a-9585-fa801ce85428" providerId="AD" clId="Web-{0B244D5A-0A90-0055-7694-C77A2D4B0CCF}"/>
    <pc:docChg chg="addSld modSld">
      <pc:chgData name="Dr.Joe Arun Raja - Asso.Prof-SOIS" userId="S::joe.arun@presidencyuniversity.in::b798aa45-34f5-4a2a-9585-fa801ce85428" providerId="AD" clId="Web-{0B244D5A-0A90-0055-7694-C77A2D4B0CCF}" dt="2025-02-11T17:34:42.759" v="770" actId="20577"/>
      <pc:docMkLst>
        <pc:docMk/>
      </pc:docMkLst>
      <pc:sldChg chg="modSp">
        <pc:chgData name="Dr.Joe Arun Raja - Asso.Prof-SOIS" userId="S::joe.arun@presidencyuniversity.in::b798aa45-34f5-4a2a-9585-fa801ce85428" providerId="AD" clId="Web-{0B244D5A-0A90-0055-7694-C77A2D4B0CCF}" dt="2025-02-11T17:34:42.759" v="770" actId="20577"/>
        <pc:sldMkLst>
          <pc:docMk/>
          <pc:sldMk cId="0" sldId="754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34:42.759" v="770" actId="20577"/>
          <ac:spMkLst>
            <pc:docMk/>
            <pc:sldMk cId="0" sldId="754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33:50.039" v="755" actId="20577"/>
        <pc:sldMkLst>
          <pc:docMk/>
          <pc:sldMk cId="0" sldId="76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32:57.599" v="752" actId="1076"/>
          <ac:spMkLst>
            <pc:docMk/>
            <pc:sldMk cId="0" sldId="760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33:50.039" v="755" actId="20577"/>
          <ac:spMkLst>
            <pc:docMk/>
            <pc:sldMk cId="0" sldId="760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2:52.810" v="120" actId="1076"/>
        <pc:sldMkLst>
          <pc:docMk/>
          <pc:sldMk cId="0" sldId="79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2:50.810" v="119" actId="1076"/>
          <ac:spMkLst>
            <pc:docMk/>
            <pc:sldMk cId="0" sldId="790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6:52:52.810" v="120" actId="1076"/>
          <ac:picMkLst>
            <pc:docMk/>
            <pc:sldMk cId="0" sldId="790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6:26.614" v="156" actId="1076"/>
        <pc:sldMkLst>
          <pc:docMk/>
          <pc:sldMk cId="0" sldId="801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6:13.567" v="152" actId="1076"/>
          <ac:spMkLst>
            <pc:docMk/>
            <pc:sldMk cId="0" sldId="801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6:23.849" v="155" actId="14100"/>
          <ac:spMkLst>
            <pc:docMk/>
            <pc:sldMk cId="0" sldId="801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6:56:26.614" v="156" actId="1076"/>
          <ac:picMkLst>
            <pc:docMk/>
            <pc:sldMk cId="0" sldId="801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5:26.362" v="144" actId="1076"/>
        <pc:sldMkLst>
          <pc:docMk/>
          <pc:sldMk cId="0" sldId="802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5:26.362" v="144" actId="1076"/>
          <ac:spMkLst>
            <pc:docMk/>
            <pc:sldMk cId="0" sldId="802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6:58:58.589" v="242" actId="20577"/>
        <pc:sldMkLst>
          <pc:docMk/>
          <pc:sldMk cId="0" sldId="803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6:36.568" v="157" actId="1076"/>
          <ac:spMkLst>
            <pc:docMk/>
            <pc:sldMk cId="0" sldId="803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8:58.589" v="242" actId="20577"/>
          <ac:spMkLst>
            <pc:docMk/>
            <pc:sldMk cId="0" sldId="803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6:58:54.276" v="241" actId="20577"/>
          <ac:spMkLst>
            <pc:docMk/>
            <pc:sldMk cId="0" sldId="803"/>
            <ac:spMk id="5" creationId="{6E949C3A-1F65-5F02-D800-19B753EE23F2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9:15.292" v="245" actId="1076"/>
        <pc:sldMkLst>
          <pc:docMk/>
          <pc:sldMk cId="0" sldId="804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9:15.292" v="245" actId="1076"/>
          <ac:spMkLst>
            <pc:docMk/>
            <pc:sldMk cId="0" sldId="804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9:26.480" v="248" actId="1076"/>
        <pc:sldMkLst>
          <pc:docMk/>
          <pc:sldMk cId="0" sldId="805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9:26.480" v="248" actId="1076"/>
          <ac:spMkLst>
            <pc:docMk/>
            <pc:sldMk cId="0" sldId="805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6:59:22.761" v="247" actId="1076"/>
          <ac:picMkLst>
            <pc:docMk/>
            <pc:sldMk cId="0" sldId="805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9:46.903" v="251" actId="1076"/>
        <pc:sldMkLst>
          <pc:docMk/>
          <pc:sldMk cId="0" sldId="807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9:46.903" v="251" actId="1076"/>
          <ac:spMkLst>
            <pc:docMk/>
            <pc:sldMk cId="0" sldId="807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01:20.344" v="302" actId="1076"/>
        <pc:sldMkLst>
          <pc:docMk/>
          <pc:sldMk cId="0" sldId="808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00:06.466" v="254" actId="1076"/>
          <ac:spMkLst>
            <pc:docMk/>
            <pc:sldMk cId="0" sldId="808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01:20.344" v="302" actId="1076"/>
          <ac:spMkLst>
            <pc:docMk/>
            <pc:sldMk cId="0" sldId="808"/>
            <ac:spMk id="5" creationId="{247CE4B5-DACC-1E68-0C1F-CA0734A83568}"/>
          </ac:spMkLst>
        </pc:spChg>
      </pc:sldChg>
      <pc:sldChg chg="addSp delSp modSp">
        <pc:chgData name="Dr.Joe Arun Raja - Asso.Prof-SOIS" userId="S::joe.arun@presidencyuniversity.in::b798aa45-34f5-4a2a-9585-fa801ce85428" providerId="AD" clId="Web-{0B244D5A-0A90-0055-7694-C77A2D4B0CCF}" dt="2025-02-11T17:03:40.067" v="321" actId="20577"/>
        <pc:sldMkLst>
          <pc:docMk/>
          <pc:sldMk cId="0" sldId="809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01:30.328" v="303"/>
          <ac:spMkLst>
            <pc:docMk/>
            <pc:sldMk cId="0" sldId="809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01:59.251" v="309" actId="1076"/>
          <ac:spMkLst>
            <pc:docMk/>
            <pc:sldMk cId="0" sldId="809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03:40.067" v="321" actId="20577"/>
          <ac:spMkLst>
            <pc:docMk/>
            <pc:sldMk cId="0" sldId="809"/>
            <ac:spMk id="5" creationId="{09A6BBC7-EFFE-75E6-C2B4-8DE6CB3DC501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06:25.777" v="421" actId="1076"/>
        <pc:sldMkLst>
          <pc:docMk/>
          <pc:sldMk cId="0" sldId="81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03:46.896" v="322" actId="1076"/>
          <ac:spMkLst>
            <pc:docMk/>
            <pc:sldMk cId="0" sldId="810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06:25.777" v="421" actId="1076"/>
          <ac:spMkLst>
            <pc:docMk/>
            <pc:sldMk cId="0" sldId="810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7:04:00.084" v="325" actId="1076"/>
          <ac:picMkLst>
            <pc:docMk/>
            <pc:sldMk cId="0" sldId="810"/>
            <ac:picMk id="5" creationId="{00000000-0000-0000-0000-000000000000}"/>
          </ac:picMkLst>
        </pc:picChg>
      </pc:sldChg>
      <pc:sldChg chg="addSp delSp modSp">
        <pc:chgData name="Dr.Joe Arun Raja - Asso.Prof-SOIS" userId="S::joe.arun@presidencyuniversity.in::b798aa45-34f5-4a2a-9585-fa801ce85428" providerId="AD" clId="Web-{0B244D5A-0A90-0055-7694-C77A2D4B0CCF}" dt="2025-02-11T17:16:43.627" v="569" actId="14100"/>
        <pc:sldMkLst>
          <pc:docMk/>
          <pc:sldMk cId="0" sldId="855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5:13.014" v="547"/>
          <ac:spMkLst>
            <pc:docMk/>
            <pc:sldMk cId="0" sldId="855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5:38.406" v="552" actId="1076"/>
          <ac:spMkLst>
            <pc:docMk/>
            <pc:sldMk cId="0" sldId="855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6:43.627" v="569" actId="14100"/>
          <ac:spMkLst>
            <pc:docMk/>
            <pc:sldMk cId="0" sldId="855"/>
            <ac:spMk id="5" creationId="{97173621-5DF3-F7F0-6BC2-46FE6B6210D5}"/>
          </ac:spMkLst>
        </pc:sp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7:15:57.891" v="558" actId="1076"/>
        <pc:sldMkLst>
          <pc:docMk/>
          <pc:sldMk cId="0" sldId="856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5:53.766" v="557"/>
          <ac:spMkLst>
            <pc:docMk/>
            <pc:sldMk cId="0" sldId="856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5:57.891" v="558" actId="1076"/>
          <ac:spMkLst>
            <pc:docMk/>
            <pc:sldMk cId="0" sldId="856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16:31.423" v="568" actId="1076"/>
        <pc:sldMkLst>
          <pc:docMk/>
          <pc:sldMk cId="0" sldId="857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16:21.767" v="565" actId="20577"/>
          <ac:spMkLst>
            <pc:docMk/>
            <pc:sldMk cId="0" sldId="857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6:15.595" v="563" actId="1076"/>
          <ac:spMkLst>
            <pc:docMk/>
            <pc:sldMk cId="0" sldId="857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6:31.423" v="568" actId="1076"/>
          <ac:spMkLst>
            <pc:docMk/>
            <pc:sldMk cId="0" sldId="857"/>
            <ac:spMk id="5" creationId="{39DBA7E0-2EAB-ECA3-5805-DB16CF77C5CC}"/>
          </ac:spMkLst>
        </pc:sp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7:17:01.737" v="571" actId="1076"/>
        <pc:sldMkLst>
          <pc:docMk/>
          <pc:sldMk cId="0" sldId="858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6:57.752" v="570"/>
          <ac:spMkLst>
            <pc:docMk/>
            <pc:sldMk cId="0" sldId="858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7:01.737" v="571" actId="1076"/>
          <ac:spMkLst>
            <pc:docMk/>
            <pc:sldMk cId="0" sldId="858"/>
            <ac:spMk id="3" creationId="{00000000-0000-0000-0000-000000000000}"/>
          </ac:spMkLst>
        </pc:spChg>
      </pc:sldChg>
      <pc:sldChg chg="addSp delSp modSp">
        <pc:chgData name="Dr.Joe Arun Raja - Asso.Prof-SOIS" userId="S::joe.arun@presidencyuniversity.in::b798aa45-34f5-4a2a-9585-fa801ce85428" providerId="AD" clId="Web-{0B244D5A-0A90-0055-7694-C77A2D4B0CCF}" dt="2025-02-11T17:17:45.551" v="589" actId="20577"/>
        <pc:sldMkLst>
          <pc:docMk/>
          <pc:sldMk cId="0" sldId="860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7:08.065" v="572"/>
          <ac:spMkLst>
            <pc:docMk/>
            <pc:sldMk cId="0" sldId="860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7:25.160" v="576" actId="14100"/>
          <ac:spMkLst>
            <pc:docMk/>
            <pc:sldMk cId="0" sldId="860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7:45.551" v="589" actId="20577"/>
          <ac:spMkLst>
            <pc:docMk/>
            <pc:sldMk cId="0" sldId="860"/>
            <ac:spMk id="5" creationId="{610E68D7-672E-BD51-A312-45F576BA3019}"/>
          </ac:spMkLst>
        </pc:sp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7:18:17.927" v="595" actId="14100"/>
        <pc:sldMkLst>
          <pc:docMk/>
          <pc:sldMk cId="0" sldId="861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7:52.348" v="590"/>
          <ac:spMkLst>
            <pc:docMk/>
            <pc:sldMk cId="0" sldId="861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8:17.927" v="595" actId="14100"/>
          <ac:spMkLst>
            <pc:docMk/>
            <pc:sldMk cId="0" sldId="861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19:25.695" v="619" actId="1076"/>
        <pc:sldMkLst>
          <pc:docMk/>
          <pc:sldMk cId="0" sldId="862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19:00.991" v="607" actId="14100"/>
          <ac:spMkLst>
            <pc:docMk/>
            <pc:sldMk cId="0" sldId="862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9:25.695" v="619" actId="1076"/>
          <ac:spMkLst>
            <pc:docMk/>
            <pc:sldMk cId="0" sldId="862"/>
            <ac:spMk id="5" creationId="{0E5B25CE-F12B-0AA4-07ED-F3B5D76AF6B9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19:58.196" v="621" actId="1076"/>
        <pc:sldMkLst>
          <pc:docMk/>
          <pc:sldMk cId="0" sldId="87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19:58.196" v="621" actId="1076"/>
          <ac:spMkLst>
            <pc:docMk/>
            <pc:sldMk cId="0" sldId="870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0:19.681" v="622" actId="1076"/>
        <pc:sldMkLst>
          <pc:docMk/>
          <pc:sldMk cId="0" sldId="871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0:19.681" v="622" actId="1076"/>
          <ac:spMkLst>
            <pc:docMk/>
            <pc:sldMk cId="0" sldId="871"/>
            <ac:spMk id="3" creationId="{00000000-0000-0000-0000-000000000000}"/>
          </ac:spMkLst>
        </pc:sp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7:27:04.508" v="700" actId="20577"/>
        <pc:sldMkLst>
          <pc:docMk/>
          <pc:sldMk cId="0" sldId="872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26:41.992" v="696"/>
          <ac:spMkLst>
            <pc:docMk/>
            <pc:sldMk cId="0" sldId="872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27:04.508" v="700" actId="20577"/>
          <ac:spMkLst>
            <pc:docMk/>
            <pc:sldMk cId="0" sldId="872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21:03.277" v="631" actId="14100"/>
        <pc:sldMkLst>
          <pc:docMk/>
          <pc:sldMk cId="0" sldId="873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0:37.307" v="625" actId="1076"/>
          <ac:spMkLst>
            <pc:docMk/>
            <pc:sldMk cId="0" sldId="873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20:44.932" v="627" actId="1076"/>
          <ac:spMkLst>
            <pc:docMk/>
            <pc:sldMk cId="0" sldId="873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1:03.277" v="631" actId="14100"/>
          <ac:spMkLst>
            <pc:docMk/>
            <pc:sldMk cId="0" sldId="873"/>
            <ac:spMk id="5" creationId="{56070841-DF9F-547C-42EF-E606359245EC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1:41.231" v="643" actId="20577"/>
        <pc:sldMkLst>
          <pc:docMk/>
          <pc:sldMk cId="0" sldId="874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1:19.684" v="634" actId="1076"/>
          <ac:spMkLst>
            <pc:docMk/>
            <pc:sldMk cId="0" sldId="874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21:41.231" v="643" actId="20577"/>
          <ac:spMkLst>
            <pc:docMk/>
            <pc:sldMk cId="0" sldId="874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23:03.375" v="656" actId="20577"/>
        <pc:sldMkLst>
          <pc:docMk/>
          <pc:sldMk cId="0" sldId="878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2:36.389" v="647" actId="14100"/>
          <ac:spMkLst>
            <pc:docMk/>
            <pc:sldMk cId="0" sldId="878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3:03.375" v="656" actId="20577"/>
          <ac:spMkLst>
            <pc:docMk/>
            <pc:sldMk cId="0" sldId="878"/>
            <ac:spMk id="5" creationId="{7F46D104-DB11-1C20-6875-152B68F8E2FB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3:25.282" v="658" actId="20577"/>
        <pc:sldMkLst>
          <pc:docMk/>
          <pc:sldMk cId="0" sldId="879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3:25.282" v="658" actId="20577"/>
          <ac:spMkLst>
            <pc:docMk/>
            <pc:sldMk cId="0" sldId="879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25:58.881" v="691"/>
        <pc:sldMkLst>
          <pc:docMk/>
          <pc:sldMk cId="0" sldId="881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5:34.802" v="683"/>
          <ac:spMkLst>
            <pc:docMk/>
            <pc:sldMk cId="0" sldId="881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5:58.881" v="691"/>
          <ac:spMkLst>
            <pc:docMk/>
            <pc:sldMk cId="0" sldId="881"/>
            <ac:spMk id="5" creationId="{8883A21B-9A63-630F-FDA8-31A47240C1A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6:15.491" v="692" actId="20577"/>
        <pc:sldMkLst>
          <pc:docMk/>
          <pc:sldMk cId="0" sldId="882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6:15.491" v="692" actId="20577"/>
          <ac:spMkLst>
            <pc:docMk/>
            <pc:sldMk cId="0" sldId="882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08:23.062" v="427" actId="20577"/>
        <pc:sldMkLst>
          <pc:docMk/>
          <pc:sldMk cId="0" sldId="883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08:23.062" v="427" actId="20577"/>
          <ac:spMkLst>
            <pc:docMk/>
            <pc:sldMk cId="0" sldId="883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13:01.853" v="519" actId="14100"/>
        <pc:sldMkLst>
          <pc:docMk/>
          <pc:sldMk cId="0" sldId="884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12:55.791" v="517" actId="1076"/>
          <ac:spMkLst>
            <pc:docMk/>
            <pc:sldMk cId="0" sldId="884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2:41.665" v="511" actId="20577"/>
          <ac:spMkLst>
            <pc:docMk/>
            <pc:sldMk cId="0" sldId="884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3:01.853" v="519" actId="14100"/>
          <ac:spMkLst>
            <pc:docMk/>
            <pc:sldMk cId="0" sldId="884"/>
            <ac:spMk id="5" creationId="{0AB6AAC7-C7F9-F838-D212-267F424704F6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14:15.231" v="545" actId="1076"/>
        <pc:sldMkLst>
          <pc:docMk/>
          <pc:sldMk cId="0" sldId="885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13:11.994" v="520" actId="1076"/>
          <ac:spMkLst>
            <pc:docMk/>
            <pc:sldMk cId="0" sldId="885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13:48.042" v="533" actId="14100"/>
          <ac:spMkLst>
            <pc:docMk/>
            <pc:sldMk cId="0" sldId="885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4:15.231" v="545" actId="1076"/>
          <ac:spMkLst>
            <pc:docMk/>
            <pc:sldMk cId="0" sldId="885"/>
            <ac:spMk id="5" creationId="{6623333F-93ED-F76E-8CDD-693F91C1B3FA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8:08.042" v="711" actId="20577"/>
        <pc:sldMkLst>
          <pc:docMk/>
          <pc:sldMk cId="0" sldId="887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8:08.042" v="711" actId="20577"/>
          <ac:spMkLst>
            <pc:docMk/>
            <pc:sldMk cId="0" sldId="887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28:49.309" v="727" actId="1076"/>
        <pc:sldMkLst>
          <pc:docMk/>
          <pc:sldMk cId="0" sldId="889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8:23.668" v="714" actId="14100"/>
          <ac:spMkLst>
            <pc:docMk/>
            <pc:sldMk cId="0" sldId="889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8:49.309" v="727" actId="1076"/>
          <ac:spMkLst>
            <pc:docMk/>
            <pc:sldMk cId="0" sldId="889"/>
            <ac:spMk id="5" creationId="{8D9C87D8-B0F7-9A94-7C2B-17096F9438A7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29:25.373" v="734" actId="14100"/>
        <pc:sldMkLst>
          <pc:docMk/>
          <pc:sldMk cId="0" sldId="89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9:14.326" v="729" actId="14100"/>
          <ac:spMkLst>
            <pc:docMk/>
            <pc:sldMk cId="0" sldId="890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9:25.373" v="734" actId="14100"/>
          <ac:spMkLst>
            <pc:docMk/>
            <pc:sldMk cId="0" sldId="890"/>
            <ac:spMk id="5" creationId="{57EF1A09-E02E-7FEF-B2E9-BF438AD8192E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7:30:15.250" v="745" actId="20577"/>
        <pc:sldMkLst>
          <pc:docMk/>
          <pc:sldMk cId="0" sldId="891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9:47.186" v="736" actId="14100"/>
          <ac:spMkLst>
            <pc:docMk/>
            <pc:sldMk cId="0" sldId="891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30:15.250" v="745" actId="20577"/>
          <ac:spMkLst>
            <pc:docMk/>
            <pc:sldMk cId="0" sldId="891"/>
            <ac:spMk id="5" creationId="{8D023891-A4ED-C2BD-DDF6-DC38611DB3C8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32:40.536" v="751" actId="1076"/>
        <pc:sldMkLst>
          <pc:docMk/>
          <pc:sldMk cId="0" sldId="905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32:38.286" v="750" actId="1076"/>
          <ac:spMkLst>
            <pc:docMk/>
            <pc:sldMk cId="0" sldId="905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32:40.536" v="751" actId="1076"/>
          <ac:spMkLst>
            <pc:docMk/>
            <pc:sldMk cId="0" sldId="905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6:50:23.179" v="94" actId="20577"/>
        <pc:sldMkLst>
          <pc:docMk/>
          <pc:sldMk cId="0" sldId="923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47:32.267" v="3" actId="1076"/>
          <ac:spMkLst>
            <pc:docMk/>
            <pc:sldMk cId="0" sldId="923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48:09.284" v="7" actId="1076"/>
          <ac:spMkLst>
            <pc:docMk/>
            <pc:sldMk cId="0" sldId="923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6:50:23.179" v="94" actId="20577"/>
          <ac:spMkLst>
            <pc:docMk/>
            <pc:sldMk cId="0" sldId="923"/>
            <ac:spMk id="5" creationId="{C5F40CA3-7FFA-9C1A-1BED-ACE862DD2CA4}"/>
          </ac:spMkLst>
        </pc:spChg>
      </pc:sldChg>
      <pc:sldChg chg="addSp modSp">
        <pc:chgData name="Dr.Joe Arun Raja - Asso.Prof-SOIS" userId="S::joe.arun@presidencyuniversity.in::b798aa45-34f5-4a2a-9585-fa801ce85428" providerId="AD" clId="Web-{0B244D5A-0A90-0055-7694-C77A2D4B0CCF}" dt="2025-02-11T16:52:12.918" v="113" actId="1076"/>
        <pc:sldMkLst>
          <pc:docMk/>
          <pc:sldMk cId="0" sldId="929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2:09.308" v="112" actId="1076"/>
          <ac:spMkLst>
            <pc:docMk/>
            <pc:sldMk cId="0" sldId="929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2:12.918" v="113" actId="1076"/>
          <ac:spMkLst>
            <pc:docMk/>
            <pc:sldMk cId="0" sldId="929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6:52:04.089" v="111" actId="1076"/>
          <ac:spMkLst>
            <pc:docMk/>
            <pc:sldMk cId="0" sldId="929"/>
            <ac:spMk id="5" creationId="{9FC19F5E-C6FF-4344-1FA3-E56A824A67E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4:16.110" v="132" actId="14100"/>
        <pc:sldMkLst>
          <pc:docMk/>
          <pc:sldMk cId="0" sldId="930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4:06.141" v="130" actId="1076"/>
          <ac:spMkLst>
            <pc:docMk/>
            <pc:sldMk cId="0" sldId="930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4:12.063" v="131" actId="1076"/>
          <ac:spMkLst>
            <pc:docMk/>
            <pc:sldMk cId="0" sldId="930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6:54:16.110" v="132" actId="14100"/>
          <ac:picMkLst>
            <pc:docMk/>
            <pc:sldMk cId="0" sldId="930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52:30.075" v="116" actId="14100"/>
        <pc:sldMkLst>
          <pc:docMk/>
          <pc:sldMk cId="0" sldId="933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52:30.075" v="116" actId="14100"/>
          <ac:spMkLst>
            <pc:docMk/>
            <pc:sldMk cId="0" sldId="933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0B244D5A-0A90-0055-7694-C77A2D4B0CCF}" dt="2025-02-11T16:52:26.325" v="115" actId="1076"/>
          <ac:picMkLst>
            <pc:docMk/>
            <pc:sldMk cId="0" sldId="933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6:45:26.169" v="2" actId="1076"/>
        <pc:sldMkLst>
          <pc:docMk/>
          <pc:sldMk cId="0" sldId="935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6:45:26.169" v="2" actId="1076"/>
          <ac:spMkLst>
            <pc:docMk/>
            <pc:sldMk cId="0" sldId="935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22:02.451" v="645" actId="1076"/>
        <pc:sldMkLst>
          <pc:docMk/>
          <pc:sldMk cId="0" sldId="938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1:50.013" v="644" actId="1076"/>
          <ac:spMkLst>
            <pc:docMk/>
            <pc:sldMk cId="0" sldId="938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22:02.451" v="645" actId="1076"/>
          <ac:spMkLst>
            <pc:docMk/>
            <pc:sldMk cId="0" sldId="938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0B244D5A-0A90-0055-7694-C77A2D4B0CCF}" dt="2025-02-11T17:07:17.778" v="422" actId="1076"/>
        <pc:sldMkLst>
          <pc:docMk/>
          <pc:sldMk cId="0" sldId="944"/>
        </pc:sldMkLst>
        <pc:picChg chg="mod">
          <ac:chgData name="Dr.Joe Arun Raja - Asso.Prof-SOIS" userId="S::joe.arun@presidencyuniversity.in::b798aa45-34f5-4a2a-9585-fa801ce85428" providerId="AD" clId="Web-{0B244D5A-0A90-0055-7694-C77A2D4B0CCF}" dt="2025-02-11T17:07:17.778" v="422" actId="1076"/>
          <ac:picMkLst>
            <pc:docMk/>
            <pc:sldMk cId="0" sldId="944"/>
            <ac:picMk id="5" creationId="{00000000-0000-0000-0000-000000000000}"/>
          </ac:picMkLst>
        </pc:pic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6:53:16.498" v="122"/>
        <pc:sldMkLst>
          <pc:docMk/>
          <pc:sldMk cId="3282898066" sldId="953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6:53:16.498" v="122"/>
          <ac:spMkLst>
            <pc:docMk/>
            <pc:sldMk cId="3282898066" sldId="953"/>
            <ac:spMk id="2" creationId="{CA008798-9ED8-1F5F-9D83-68C67F7549FF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3:11.014" v="121" actId="1076"/>
          <ac:spMkLst>
            <pc:docMk/>
            <pc:sldMk cId="3282898066" sldId="953"/>
            <ac:spMk id="3" creationId="{F8B5AD39-4491-C803-DB4A-A72A00B3726D}"/>
          </ac:spMkLst>
        </pc:spChg>
      </pc:sldChg>
      <pc:sldChg chg="delSp modSp">
        <pc:chgData name="Dr.Joe Arun Raja - Asso.Prof-SOIS" userId="S::joe.arun@presidencyuniversity.in::b798aa45-34f5-4a2a-9585-fa801ce85428" providerId="AD" clId="Web-{0B244D5A-0A90-0055-7694-C77A2D4B0CCF}" dt="2025-02-11T16:53:48.124" v="127" actId="20577"/>
        <pc:sldMkLst>
          <pc:docMk/>
          <pc:sldMk cId="4050202355" sldId="954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6:53:24.030" v="123"/>
          <ac:spMkLst>
            <pc:docMk/>
            <pc:sldMk cId="4050202355" sldId="954"/>
            <ac:spMk id="2" creationId="{D0D81D08-C173-94FE-91CB-D2108665AE86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6:53:48.124" v="127" actId="20577"/>
          <ac:spMkLst>
            <pc:docMk/>
            <pc:sldMk cId="4050202355" sldId="954"/>
            <ac:spMk id="3" creationId="{BFAE8F4E-E26C-D8DC-F192-098822580992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6:50:59.228" v="104" actId="14100"/>
        <pc:sldMkLst>
          <pc:docMk/>
          <pc:sldMk cId="3619429462" sldId="956"/>
        </pc:sldMkLst>
        <pc:spChg chg="del mod">
          <ac:chgData name="Dr.Joe Arun Raja - Asso.Prof-SOIS" userId="S::joe.arun@presidencyuniversity.in::b798aa45-34f5-4a2a-9585-fa801ce85428" providerId="AD" clId="Web-{0B244D5A-0A90-0055-7694-C77A2D4B0CCF}" dt="2025-02-11T16:50:51.509" v="102"/>
          <ac:spMkLst>
            <pc:docMk/>
            <pc:sldMk cId="3619429462" sldId="956"/>
            <ac:spMk id="3" creationId="{A6BAAEE4-E97C-B691-9D93-57E14837ECAB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6:50:59.228" v="104" actId="14100"/>
          <ac:spMkLst>
            <pc:docMk/>
            <pc:sldMk cId="3619429462" sldId="956"/>
            <ac:spMk id="5" creationId="{BB039B2E-DFDA-C99C-5599-AD58C9042C1F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6:55:59.488" v="149"/>
        <pc:sldMkLst>
          <pc:docMk/>
          <pc:sldMk cId="4036081448" sldId="957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6:55:59.488" v="149"/>
          <ac:spMkLst>
            <pc:docMk/>
            <pc:sldMk cId="4036081448" sldId="957"/>
            <ac:spMk id="2" creationId="{CD163BF3-8D7C-F404-1694-EBD1D3E829FB}"/>
          </ac:spMkLst>
        </pc:spChg>
        <pc:spChg chg="del">
          <ac:chgData name="Dr.Joe Arun Raja - Asso.Prof-SOIS" userId="S::joe.arun@presidencyuniversity.in::b798aa45-34f5-4a2a-9585-fa801ce85428" providerId="AD" clId="Web-{0B244D5A-0A90-0055-7694-C77A2D4B0CCF}" dt="2025-02-11T16:54:57.127" v="137"/>
          <ac:spMkLst>
            <pc:docMk/>
            <pc:sldMk cId="4036081448" sldId="957"/>
            <ac:spMk id="3" creationId="{6F9AA354-8AD9-157E-2789-87CA167E9AD4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6:55:55.144" v="148" actId="1076"/>
          <ac:spMkLst>
            <pc:docMk/>
            <pc:sldMk cId="4036081448" sldId="957"/>
            <ac:spMk id="5" creationId="{3E3A27E2-EDD4-AD7F-B06F-947048C1259B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7:11:15.412" v="499"/>
        <pc:sldMkLst>
          <pc:docMk/>
          <pc:sldMk cId="4054269824" sldId="958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08:06.077" v="426"/>
          <ac:spMkLst>
            <pc:docMk/>
            <pc:sldMk cId="4054269824" sldId="958"/>
            <ac:spMk id="2" creationId="{555557BA-0561-BBFA-5598-E184528A2EED}"/>
          </ac:spMkLst>
        </pc:spChg>
        <pc:spChg chg="del">
          <ac:chgData name="Dr.Joe Arun Raja - Asso.Prof-SOIS" userId="S::joe.arun@presidencyuniversity.in::b798aa45-34f5-4a2a-9585-fa801ce85428" providerId="AD" clId="Web-{0B244D5A-0A90-0055-7694-C77A2D4B0CCF}" dt="2025-02-11T17:08:02.843" v="425"/>
          <ac:spMkLst>
            <pc:docMk/>
            <pc:sldMk cId="4054269824" sldId="958"/>
            <ac:spMk id="3" creationId="{CDE00675-0F95-0460-A7B1-1586F3E419DC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09:41.518" v="451"/>
          <ac:spMkLst>
            <pc:docMk/>
            <pc:sldMk cId="4054269824" sldId="958"/>
            <ac:spMk id="5" creationId="{F045DD8F-DAFE-8693-E2A8-F3232E5BAA12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1:15.412" v="499"/>
          <ac:spMkLst>
            <pc:docMk/>
            <pc:sldMk cId="4054269824" sldId="958"/>
            <ac:spMk id="6" creationId="{007DAA25-03C4-2289-460A-8C5F84BD5FC7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7:18:41.428" v="603" actId="1076"/>
        <pc:sldMkLst>
          <pc:docMk/>
          <pc:sldMk cId="3574123358" sldId="959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18:29.865" v="598"/>
          <ac:spMkLst>
            <pc:docMk/>
            <pc:sldMk cId="3574123358" sldId="959"/>
            <ac:spMk id="2" creationId="{7E863CE4-57C8-63BF-1896-598CED9BECA4}"/>
          </ac:spMkLst>
        </pc:spChg>
        <pc:spChg chg="del">
          <ac:chgData name="Dr.Joe Arun Raja - Asso.Prof-SOIS" userId="S::joe.arun@presidencyuniversity.in::b798aa45-34f5-4a2a-9585-fa801ce85428" providerId="AD" clId="Web-{0B244D5A-0A90-0055-7694-C77A2D4B0CCF}" dt="2025-02-11T17:18:25.380" v="597"/>
          <ac:spMkLst>
            <pc:docMk/>
            <pc:sldMk cId="3574123358" sldId="959"/>
            <ac:spMk id="3" creationId="{4B3AB05E-AF6D-D07B-C67A-5E3CA28387BF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18:41.428" v="603" actId="1076"/>
          <ac:spMkLst>
            <pc:docMk/>
            <pc:sldMk cId="3574123358" sldId="959"/>
            <ac:spMk id="5" creationId="{1EC1D833-4F7B-7F71-256F-5C0FACB9179D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7:25:08.004" v="677" actId="14100"/>
        <pc:sldMkLst>
          <pc:docMk/>
          <pc:sldMk cId="295584028" sldId="960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23:36.814" v="661"/>
          <ac:spMkLst>
            <pc:docMk/>
            <pc:sldMk cId="295584028" sldId="960"/>
            <ac:spMk id="2" creationId="{B4002281-FF9A-829D-B51D-FEEC9F2B2DDE}"/>
          </ac:spMkLst>
        </pc:spChg>
        <pc:spChg chg="del">
          <ac:chgData name="Dr.Joe Arun Raja - Asso.Prof-SOIS" userId="S::joe.arun@presidencyuniversity.in::b798aa45-34f5-4a2a-9585-fa801ce85428" providerId="AD" clId="Web-{0B244D5A-0A90-0055-7694-C77A2D4B0CCF}" dt="2025-02-11T17:23:34.157" v="660"/>
          <ac:spMkLst>
            <pc:docMk/>
            <pc:sldMk cId="295584028" sldId="960"/>
            <ac:spMk id="3" creationId="{BA7C1582-9A7F-FAFF-154E-53838CC27EE6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4:36.050" v="670" actId="1076"/>
          <ac:spMkLst>
            <pc:docMk/>
            <pc:sldMk cId="295584028" sldId="960"/>
            <ac:spMk id="5" creationId="{FB4B85DA-A695-B66E-ED01-81036347AAC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5:08.004" v="677" actId="14100"/>
          <ac:spMkLst>
            <pc:docMk/>
            <pc:sldMk cId="295584028" sldId="960"/>
            <ac:spMk id="6" creationId="{F15DE9BA-C17F-8E89-630C-97FDFEC31201}"/>
          </ac:spMkLst>
        </pc:spChg>
      </pc:sldChg>
      <pc:sldChg chg="modSp new">
        <pc:chgData name="Dr.Joe Arun Raja - Asso.Prof-SOIS" userId="S::joe.arun@presidencyuniversity.in::b798aa45-34f5-4a2a-9585-fa801ce85428" providerId="AD" clId="Web-{0B244D5A-0A90-0055-7694-C77A2D4B0CCF}" dt="2025-02-11T17:26:32.101" v="695" actId="20577"/>
        <pc:sldMkLst>
          <pc:docMk/>
          <pc:sldMk cId="2468416867" sldId="961"/>
        </pc:sldMkLst>
        <pc:spChg chg="mod">
          <ac:chgData name="Dr.Joe Arun Raja - Asso.Prof-SOIS" userId="S::joe.arun@presidencyuniversity.in::b798aa45-34f5-4a2a-9585-fa801ce85428" providerId="AD" clId="Web-{0B244D5A-0A90-0055-7694-C77A2D4B0CCF}" dt="2025-02-11T17:26:32.101" v="695" actId="20577"/>
          <ac:spMkLst>
            <pc:docMk/>
            <pc:sldMk cId="2468416867" sldId="961"/>
            <ac:spMk id="3" creationId="{A71FA340-024D-193A-A2F0-C527A2A3AC1B}"/>
          </ac:spMkLst>
        </pc:spChg>
      </pc:sldChg>
      <pc:sldChg chg="addSp delSp modSp new">
        <pc:chgData name="Dr.Joe Arun Raja - Asso.Prof-SOIS" userId="S::joe.arun@presidencyuniversity.in::b798aa45-34f5-4a2a-9585-fa801ce85428" providerId="AD" clId="Web-{0B244D5A-0A90-0055-7694-C77A2D4B0CCF}" dt="2025-02-11T17:27:26.353" v="707" actId="14100"/>
        <pc:sldMkLst>
          <pc:docMk/>
          <pc:sldMk cId="3801907981" sldId="962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27:14.524" v="703"/>
          <ac:spMkLst>
            <pc:docMk/>
            <pc:sldMk cId="3801907981" sldId="962"/>
            <ac:spMk id="2" creationId="{C3495326-C486-49CE-CDE4-70BB2D0BAB8C}"/>
          </ac:spMkLst>
        </pc:spChg>
        <pc:spChg chg="del">
          <ac:chgData name="Dr.Joe Arun Raja - Asso.Prof-SOIS" userId="S::joe.arun@presidencyuniversity.in::b798aa45-34f5-4a2a-9585-fa801ce85428" providerId="AD" clId="Web-{0B244D5A-0A90-0055-7694-C77A2D4B0CCF}" dt="2025-02-11T17:27:08.743" v="702"/>
          <ac:spMkLst>
            <pc:docMk/>
            <pc:sldMk cId="3801907981" sldId="962"/>
            <ac:spMk id="3" creationId="{A7AE1878-DE15-FBF3-FEF7-DDEDC287FEF0}"/>
          </ac:spMkLst>
        </pc:spChg>
        <pc:spChg chg="add mod">
          <ac:chgData name="Dr.Joe Arun Raja - Asso.Prof-SOIS" userId="S::joe.arun@presidencyuniversity.in::b798aa45-34f5-4a2a-9585-fa801ce85428" providerId="AD" clId="Web-{0B244D5A-0A90-0055-7694-C77A2D4B0CCF}" dt="2025-02-11T17:27:26.353" v="707" actId="14100"/>
          <ac:spMkLst>
            <pc:docMk/>
            <pc:sldMk cId="3801907981" sldId="962"/>
            <ac:spMk id="5" creationId="{1DC93C7D-CA54-8AF3-3C9C-3D7C5275B7A2}"/>
          </ac:spMkLst>
        </pc:spChg>
      </pc:sldChg>
      <pc:sldChg chg="delSp modSp new">
        <pc:chgData name="Dr.Joe Arun Raja - Asso.Prof-SOIS" userId="S::joe.arun@presidencyuniversity.in::b798aa45-34f5-4a2a-9585-fa801ce85428" providerId="AD" clId="Web-{0B244D5A-0A90-0055-7694-C77A2D4B0CCF}" dt="2025-02-11T17:34:20.196" v="765" actId="14100"/>
        <pc:sldMkLst>
          <pc:docMk/>
          <pc:sldMk cId="4106358327" sldId="963"/>
        </pc:sldMkLst>
        <pc:spChg chg="del">
          <ac:chgData name="Dr.Joe Arun Raja - Asso.Prof-SOIS" userId="S::joe.arun@presidencyuniversity.in::b798aa45-34f5-4a2a-9585-fa801ce85428" providerId="AD" clId="Web-{0B244D5A-0A90-0055-7694-C77A2D4B0CCF}" dt="2025-02-11T17:33:59.180" v="759"/>
          <ac:spMkLst>
            <pc:docMk/>
            <pc:sldMk cId="4106358327" sldId="963"/>
            <ac:spMk id="2" creationId="{33F4ECAC-EC43-0AE3-6120-D0EEBB68D89D}"/>
          </ac:spMkLst>
        </pc:spChg>
        <pc:spChg chg="mod">
          <ac:chgData name="Dr.Joe Arun Raja - Asso.Prof-SOIS" userId="S::joe.arun@presidencyuniversity.in::b798aa45-34f5-4a2a-9585-fa801ce85428" providerId="AD" clId="Web-{0B244D5A-0A90-0055-7694-C77A2D4B0CCF}" dt="2025-02-11T17:34:20.196" v="765" actId="14100"/>
          <ac:spMkLst>
            <pc:docMk/>
            <pc:sldMk cId="4106358327" sldId="963"/>
            <ac:spMk id="3" creationId="{5C993B3A-7E69-CEEF-9F51-8CED2526130B}"/>
          </ac:spMkLst>
        </pc:spChg>
      </pc:sldChg>
    </pc:docChg>
  </pc:docChgLst>
  <pc:docChgLst>
    <pc:chgData name="Dr.Joe Arun Raja - Asso.Prof-SOIS" userId="S::joe.arun@presidencyuniversity.in::b798aa45-34f5-4a2a-9585-fa801ce85428" providerId="AD" clId="Web-{2E41E1A1-669F-0AF2-07FC-66C46E787C8A}"/>
    <pc:docChg chg="modSld">
      <pc:chgData name="Dr.Joe Arun Raja - Asso.Prof-SOIS" userId="S::joe.arun@presidencyuniversity.in::b798aa45-34f5-4a2a-9585-fa801ce85428" providerId="AD" clId="Web-{2E41E1A1-669F-0AF2-07FC-66C46E787C8A}" dt="2025-01-22T10:43:24.628" v="0" actId="1076"/>
      <pc:docMkLst>
        <pc:docMk/>
      </pc:docMkLst>
      <pc:sldChg chg="modSp">
        <pc:chgData name="Dr.Joe Arun Raja - Asso.Prof-SOIS" userId="S::joe.arun@presidencyuniversity.in::b798aa45-34f5-4a2a-9585-fa801ce85428" providerId="AD" clId="Web-{2E41E1A1-669F-0AF2-07FC-66C46E787C8A}" dt="2025-01-22T10:43:24.628" v="0" actId="1076"/>
        <pc:sldMkLst>
          <pc:docMk/>
          <pc:sldMk cId="0" sldId="771"/>
        </pc:sldMkLst>
        <pc:picChg chg="mod">
          <ac:chgData name="Dr.Joe Arun Raja - Asso.Prof-SOIS" userId="S::joe.arun@presidencyuniversity.in::b798aa45-34f5-4a2a-9585-fa801ce85428" providerId="AD" clId="Web-{2E41E1A1-669F-0AF2-07FC-66C46E787C8A}" dt="2025-01-22T10:43:24.628" v="0" actId="1076"/>
          <ac:picMkLst>
            <pc:docMk/>
            <pc:sldMk cId="0" sldId="771"/>
            <ac:picMk id="5" creationId="{00000000-0000-0000-0000-000000000000}"/>
          </ac:picMkLst>
        </pc:picChg>
      </pc:sldChg>
    </pc:docChg>
  </pc:docChgLst>
  <pc:docChgLst>
    <pc:chgData name="Dr.Joe Arun Raja - Asso.Prof-SOIS" userId="S::joe.arun@presidencyuniversity.in::b798aa45-34f5-4a2a-9585-fa801ce85428" providerId="AD" clId="Web-{2416E3F5-C3AA-6723-343D-4A3149FE3BE7}"/>
    <pc:docChg chg="modSld">
      <pc:chgData name="Dr.Joe Arun Raja - Asso.Prof-SOIS" userId="S::joe.arun@presidencyuniversity.in::b798aa45-34f5-4a2a-9585-fa801ce85428" providerId="AD" clId="Web-{2416E3F5-C3AA-6723-343D-4A3149FE3BE7}" dt="2025-01-31T07:02:04.158" v="2" actId="14100"/>
      <pc:docMkLst>
        <pc:docMk/>
      </pc:docMkLst>
      <pc:sldChg chg="modSp">
        <pc:chgData name="Dr.Joe Arun Raja - Asso.Prof-SOIS" userId="S::joe.arun@presidencyuniversity.in::b798aa45-34f5-4a2a-9585-fa801ce85428" providerId="AD" clId="Web-{2416E3F5-C3AA-6723-343D-4A3149FE3BE7}" dt="2025-01-31T07:02:04.158" v="2" actId="14100"/>
        <pc:sldMkLst>
          <pc:docMk/>
          <pc:sldMk cId="0" sldId="778"/>
        </pc:sldMkLst>
        <pc:spChg chg="mod">
          <ac:chgData name="Dr.Joe Arun Raja - Asso.Prof-SOIS" userId="S::joe.arun@presidencyuniversity.in::b798aa45-34f5-4a2a-9585-fa801ce85428" providerId="AD" clId="Web-{2416E3F5-C3AA-6723-343D-4A3149FE3BE7}" dt="2025-01-31T07:02:00.408" v="1" actId="1076"/>
          <ac:spMkLst>
            <pc:docMk/>
            <pc:sldMk cId="0" sldId="778"/>
            <ac:spMk id="2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2416E3F5-C3AA-6723-343D-4A3149FE3BE7}" dt="2025-01-31T07:02:04.158" v="2" actId="14100"/>
          <ac:picMkLst>
            <pc:docMk/>
            <pc:sldMk cId="0" sldId="778"/>
            <ac:picMk id="5" creationId="{00000000-0000-0000-0000-000000000000}"/>
          </ac:picMkLst>
        </pc:picChg>
      </pc:sldChg>
    </pc:docChg>
  </pc:docChgLst>
  <pc:docChgLst>
    <pc:chgData name="Dr.Joe Arun Raja - Asso.Prof-SOIS" userId="S::joe.arun@presidencyuniversity.in::b798aa45-34f5-4a2a-9585-fa801ce85428" providerId="AD" clId="Web-{66DD18E1-46A3-56D7-AB07-286801CCFA34}"/>
    <pc:docChg chg="addSld delSld modSld">
      <pc:chgData name="Dr.Joe Arun Raja - Asso.Prof-SOIS" userId="S::joe.arun@presidencyuniversity.in::b798aa45-34f5-4a2a-9585-fa801ce85428" providerId="AD" clId="Web-{66DD18E1-46A3-56D7-AB07-286801CCFA34}" dt="2025-01-23T17:01:05.403" v="277" actId="20577"/>
      <pc:docMkLst>
        <pc:docMk/>
      </pc:docMkLst>
      <pc:sldChg chg="modSp">
        <pc:chgData name="Dr.Joe Arun Raja - Asso.Prof-SOIS" userId="S::joe.arun@presidencyuniversity.in::b798aa45-34f5-4a2a-9585-fa801ce85428" providerId="AD" clId="Web-{66DD18E1-46A3-56D7-AB07-286801CCFA34}" dt="2025-01-23T16:16:16.753" v="27" actId="1076"/>
        <pc:sldMkLst>
          <pc:docMk/>
          <pc:sldMk cId="0" sldId="633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5:58.831" v="24" actId="1076"/>
          <ac:spMkLst>
            <pc:docMk/>
            <pc:sldMk cId="0" sldId="633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16:04.566" v="25" actId="1076"/>
          <ac:spMkLst>
            <pc:docMk/>
            <pc:sldMk cId="0" sldId="633"/>
            <ac:spMk id="3" creationId="{00000000-0000-0000-0000-000000000000}"/>
          </ac:spMkLst>
        </pc:spChg>
        <pc:graphicFrameChg chg="mod">
          <ac:chgData name="Dr.Joe Arun Raja - Asso.Prof-SOIS" userId="S::joe.arun@presidencyuniversity.in::b798aa45-34f5-4a2a-9585-fa801ce85428" providerId="AD" clId="Web-{66DD18E1-46A3-56D7-AB07-286801CCFA34}" dt="2025-01-23T16:16:16.753" v="27" actId="1076"/>
          <ac:graphicFrameMkLst>
            <pc:docMk/>
            <pc:sldMk cId="0" sldId="633"/>
            <ac:graphicFrameMk id="5" creationId="{00000000-0000-0000-0000-000000000000}"/>
          </ac:graphicFrameMkLst>
        </pc:graphicFrame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16:50.488" v="30" actId="1076"/>
        <pc:sldMkLst>
          <pc:docMk/>
          <pc:sldMk cId="0" sldId="635"/>
        </pc:sldMkLst>
        <pc:graphicFrameChg chg="mod">
          <ac:chgData name="Dr.Joe Arun Raja - Asso.Prof-SOIS" userId="S::joe.arun@presidencyuniversity.in::b798aa45-34f5-4a2a-9585-fa801ce85428" providerId="AD" clId="Web-{66DD18E1-46A3-56D7-AB07-286801CCFA34}" dt="2025-01-23T16:16:50.488" v="30" actId="1076"/>
          <ac:graphicFrameMkLst>
            <pc:docMk/>
            <pc:sldMk cId="0" sldId="635"/>
            <ac:graphicFrameMk id="5" creationId="{00000000-0000-0000-0000-000000000000}"/>
          </ac:graphicFrameMkLst>
        </pc:graphicFrame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17:04.254" v="32" actId="1076"/>
        <pc:sldMkLst>
          <pc:docMk/>
          <pc:sldMk cId="0" sldId="636"/>
        </pc:sldMkLst>
        <pc:picChg chg="mod">
          <ac:chgData name="Dr.Joe Arun Raja - Asso.Prof-SOIS" userId="S::joe.arun@presidencyuniversity.in::b798aa45-34f5-4a2a-9585-fa801ce85428" providerId="AD" clId="Web-{66DD18E1-46A3-56D7-AB07-286801CCFA34}" dt="2025-01-23T16:16:58.426" v="31" actId="1076"/>
          <ac:picMkLst>
            <pc:docMk/>
            <pc:sldMk cId="0" sldId="636"/>
            <ac:picMk id="5" creationId="{00000000-0000-0000-0000-000000000000}"/>
          </ac:picMkLst>
        </pc:picChg>
        <pc:picChg chg="mod">
          <ac:chgData name="Dr.Joe Arun Raja - Asso.Prof-SOIS" userId="S::joe.arun@presidencyuniversity.in::b798aa45-34f5-4a2a-9585-fa801ce85428" providerId="AD" clId="Web-{66DD18E1-46A3-56D7-AB07-286801CCFA34}" dt="2025-01-23T16:17:04.254" v="32" actId="1076"/>
          <ac:picMkLst>
            <pc:docMk/>
            <pc:sldMk cId="0" sldId="636"/>
            <ac:picMk id="6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0:15.041" v="51" actId="1076"/>
        <pc:sldMkLst>
          <pc:docMk/>
          <pc:sldMk cId="0" sldId="638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7:39.974" v="35" actId="1076"/>
          <ac:spMkLst>
            <pc:docMk/>
            <pc:sldMk cId="0" sldId="638"/>
            <ac:spMk id="2" creationId="{00000000-0000-0000-0000-000000000000}"/>
          </ac:spMkLst>
        </pc:spChg>
        <pc:graphicFrameChg chg="mod">
          <ac:chgData name="Dr.Joe Arun Raja - Asso.Prof-SOIS" userId="S::joe.arun@presidencyuniversity.in::b798aa45-34f5-4a2a-9585-fa801ce85428" providerId="AD" clId="Web-{66DD18E1-46A3-56D7-AB07-286801CCFA34}" dt="2025-01-23T16:20:15.041" v="51" actId="1076"/>
          <ac:graphicFrameMkLst>
            <pc:docMk/>
            <pc:sldMk cId="0" sldId="638"/>
            <ac:graphicFrameMk id="6" creationId="{00000000-0000-0000-0000-000000000000}"/>
          </ac:graphicFrameMkLst>
        </pc:graphicFrameChg>
      </pc:sldChg>
      <pc:sldChg chg="addSp delSp modSp">
        <pc:chgData name="Dr.Joe Arun Raja - Asso.Prof-SOIS" userId="S::joe.arun@presidencyuniversity.in::b798aa45-34f5-4a2a-9585-fa801ce85428" providerId="AD" clId="Web-{66DD18E1-46A3-56D7-AB07-286801CCFA34}" dt="2025-01-23T16:20:04.619" v="50" actId="1076"/>
        <pc:sldMkLst>
          <pc:docMk/>
          <pc:sldMk cId="0" sldId="642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8:01.709" v="38" actId="1076"/>
          <ac:spMkLst>
            <pc:docMk/>
            <pc:sldMk cId="0" sldId="642"/>
            <ac:spMk id="2" creationId="{00000000-0000-0000-0000-000000000000}"/>
          </ac:spMkLst>
        </pc:spChg>
        <pc:spChg chg="del mod">
          <ac:chgData name="Dr.Joe Arun Raja - Asso.Prof-SOIS" userId="S::joe.arun@presidencyuniversity.in::b798aa45-34f5-4a2a-9585-fa801ce85428" providerId="AD" clId="Web-{66DD18E1-46A3-56D7-AB07-286801CCFA34}" dt="2025-01-23T16:19:36.353" v="47"/>
          <ac:spMkLst>
            <pc:docMk/>
            <pc:sldMk cId="0" sldId="642"/>
            <ac:spMk id="3" creationId="{00000000-0000-0000-0000-000000000000}"/>
          </ac:spMkLst>
        </pc:spChg>
        <pc:spChg chg="add del mod">
          <ac:chgData name="Dr.Joe Arun Raja - Asso.Prof-SOIS" userId="S::joe.arun@presidencyuniversity.in::b798aa45-34f5-4a2a-9585-fa801ce85428" providerId="AD" clId="Web-{66DD18E1-46A3-56D7-AB07-286801CCFA34}" dt="2025-01-23T16:19:52.588" v="49"/>
          <ac:spMkLst>
            <pc:docMk/>
            <pc:sldMk cId="0" sldId="642"/>
            <ac:spMk id="7" creationId="{EDD7A24B-2C0F-5CFF-C097-A4C86091CC93}"/>
          </ac:spMkLst>
        </pc:spChg>
        <pc:graphicFrameChg chg="mod">
          <ac:chgData name="Dr.Joe Arun Raja - Asso.Prof-SOIS" userId="S::joe.arun@presidencyuniversity.in::b798aa45-34f5-4a2a-9585-fa801ce85428" providerId="AD" clId="Web-{66DD18E1-46A3-56D7-AB07-286801CCFA34}" dt="2025-01-23T16:20:04.619" v="50" actId="1076"/>
          <ac:graphicFrameMkLst>
            <pc:docMk/>
            <pc:sldMk cId="0" sldId="642"/>
            <ac:graphicFrameMk id="5" creationId="{00000000-0000-0000-0000-000000000000}"/>
          </ac:graphicFrameMkLst>
        </pc:graphicFrameChg>
      </pc:sldChg>
      <pc:sldChg chg="delSp modSp">
        <pc:chgData name="Dr.Joe Arun Raja - Asso.Prof-SOIS" userId="S::joe.arun@presidencyuniversity.in::b798aa45-34f5-4a2a-9585-fa801ce85428" providerId="AD" clId="Web-{66DD18E1-46A3-56D7-AB07-286801CCFA34}" dt="2025-01-23T16:20:45.230" v="52" actId="14100"/>
        <pc:sldMkLst>
          <pc:docMk/>
          <pc:sldMk cId="0" sldId="731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1:04.138" v="5" actId="1076"/>
          <ac:spMkLst>
            <pc:docMk/>
            <pc:sldMk cId="0" sldId="731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20:45.230" v="52" actId="14100"/>
          <ac:spMkLst>
            <pc:docMk/>
            <pc:sldMk cId="0" sldId="731"/>
            <ac:spMk id="3" creationId="{00000000-0000-0000-0000-000000000000}"/>
          </ac:spMkLst>
        </pc:spChg>
        <pc:picChg chg="del">
          <ac:chgData name="Dr.Joe Arun Raja - Asso.Prof-SOIS" userId="S::joe.arun@presidencyuniversity.in::b798aa45-34f5-4a2a-9585-fa801ce85428" providerId="AD" clId="Web-{66DD18E1-46A3-56D7-AB07-286801CCFA34}" dt="2025-01-23T16:11:56.092" v="11"/>
          <ac:picMkLst>
            <pc:docMk/>
            <pc:sldMk cId="0" sldId="731"/>
            <ac:picMk id="5" creationId="{00000000-0000-0000-0000-000000000000}"/>
          </ac:picMkLst>
        </pc:picChg>
        <pc:picChg chg="del mod">
          <ac:chgData name="Dr.Joe Arun Raja - Asso.Prof-SOIS" userId="S::joe.arun@presidencyuniversity.in::b798aa45-34f5-4a2a-9585-fa801ce85428" providerId="AD" clId="Web-{66DD18E1-46A3-56D7-AB07-286801CCFA34}" dt="2025-01-23T16:11:39.232" v="8"/>
          <ac:picMkLst>
            <pc:docMk/>
            <pc:sldMk cId="0" sldId="731"/>
            <ac:picMk id="6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14:37.611" v="23" actId="1076"/>
        <pc:sldMkLst>
          <pc:docMk/>
          <pc:sldMk cId="0" sldId="771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4:30.439" v="21" actId="1076"/>
          <ac:spMkLst>
            <pc:docMk/>
            <pc:sldMk cId="0" sldId="771"/>
            <ac:spMk id="2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66DD18E1-46A3-56D7-AB07-286801CCFA34}" dt="2025-01-23T16:14:37.611" v="23" actId="1076"/>
          <ac:picMkLst>
            <pc:docMk/>
            <pc:sldMk cId="0" sldId="771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1:21.996" v="54" actId="1076"/>
        <pc:sldMkLst>
          <pc:docMk/>
          <pc:sldMk cId="0" sldId="774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21:21.996" v="54" actId="1076"/>
          <ac:spMkLst>
            <pc:docMk/>
            <pc:sldMk cId="0" sldId="774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21:12.793" v="53" actId="1076"/>
          <ac:spMkLst>
            <pc:docMk/>
            <pc:sldMk cId="0" sldId="774"/>
            <ac:spMk id="3" creationId="{00000000-0000-0000-0000-000000000000}"/>
          </ac:spMkLst>
        </pc:sp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2:06.403" v="60" actId="1076"/>
        <pc:sldMkLst>
          <pc:docMk/>
          <pc:sldMk cId="0" sldId="775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21:33.856" v="55" actId="1076"/>
          <ac:spMkLst>
            <pc:docMk/>
            <pc:sldMk cId="0" sldId="775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21:55.590" v="59" actId="14100"/>
          <ac:spMkLst>
            <pc:docMk/>
            <pc:sldMk cId="0" sldId="775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66DD18E1-46A3-56D7-AB07-286801CCFA34}" dt="2025-01-23T16:22:06.403" v="60" actId="1076"/>
          <ac:picMkLst>
            <pc:docMk/>
            <pc:sldMk cId="0" sldId="775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3:28.827" v="62"/>
        <pc:sldMkLst>
          <pc:docMk/>
          <pc:sldMk cId="0" sldId="776"/>
        </pc:sldMkLst>
        <pc:graphicFrameChg chg="modGraphic">
          <ac:chgData name="Dr.Joe Arun Raja - Asso.Prof-SOIS" userId="S::joe.arun@presidencyuniversity.in::b798aa45-34f5-4a2a-9585-fa801ce85428" providerId="AD" clId="Web-{66DD18E1-46A3-56D7-AB07-286801CCFA34}" dt="2025-01-23T16:23:28.827" v="62"/>
          <ac:graphicFrameMkLst>
            <pc:docMk/>
            <pc:sldMk cId="0" sldId="776"/>
            <ac:graphicFrameMk id="5" creationId="{00000000-0000-0000-0000-000000000000}"/>
          </ac:graphicFrameMkLst>
        </pc:graphicFrame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2:19.106" v="61" actId="1076"/>
        <pc:sldMkLst>
          <pc:docMk/>
          <pc:sldMk cId="0" sldId="778"/>
        </pc:sldMkLst>
        <pc:picChg chg="mod">
          <ac:chgData name="Dr.Joe Arun Raja - Asso.Prof-SOIS" userId="S::joe.arun@presidencyuniversity.in::b798aa45-34f5-4a2a-9585-fa801ce85428" providerId="AD" clId="Web-{66DD18E1-46A3-56D7-AB07-286801CCFA34}" dt="2025-01-23T16:22:19.106" v="61" actId="1076"/>
          <ac:picMkLst>
            <pc:docMk/>
            <pc:sldMk cId="0" sldId="778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31:12.633" v="145" actId="14100"/>
        <pc:sldMkLst>
          <pc:docMk/>
          <pc:sldMk cId="0" sldId="782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31:06.851" v="144" actId="20577"/>
          <ac:spMkLst>
            <pc:docMk/>
            <pc:sldMk cId="0" sldId="782"/>
            <ac:spMk id="3" creationId="{00000000-0000-0000-0000-000000000000}"/>
          </ac:spMkLst>
        </pc:spChg>
        <pc:picChg chg="mod">
          <ac:chgData name="Dr.Joe Arun Raja - Asso.Prof-SOIS" userId="S::joe.arun@presidencyuniversity.in::b798aa45-34f5-4a2a-9585-fa801ce85428" providerId="AD" clId="Web-{66DD18E1-46A3-56D7-AB07-286801CCFA34}" dt="2025-01-23T16:31:12.633" v="145" actId="14100"/>
          <ac:picMkLst>
            <pc:docMk/>
            <pc:sldMk cId="0" sldId="782"/>
            <ac:picMk id="5" creationId="{00000000-0000-0000-0000-000000000000}"/>
          </ac:picMkLst>
        </pc:pic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31:21.617" v="146" actId="1076"/>
        <pc:sldMkLst>
          <pc:docMk/>
          <pc:sldMk cId="0" sldId="784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31:21.617" v="146" actId="1076"/>
          <ac:spMkLst>
            <pc:docMk/>
            <pc:sldMk cId="0" sldId="784"/>
            <ac:spMk id="3" creationId="{00000000-0000-0000-0000-000000000000}"/>
          </ac:spMkLst>
        </pc:spChg>
      </pc:sldChg>
      <pc:sldChg chg="addSp modSp">
        <pc:chgData name="Dr.Joe Arun Raja - Asso.Prof-SOIS" userId="S::joe.arun@presidencyuniversity.in::b798aa45-34f5-4a2a-9585-fa801ce85428" providerId="AD" clId="Web-{66DD18E1-46A3-56D7-AB07-286801CCFA34}" dt="2025-01-23T16:32:12.446" v="156" actId="14100"/>
        <pc:sldMkLst>
          <pc:docMk/>
          <pc:sldMk cId="0" sldId="785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32:12.446" v="156" actId="14100"/>
          <ac:spMkLst>
            <pc:docMk/>
            <pc:sldMk cId="0" sldId="785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66DD18E1-46A3-56D7-AB07-286801CCFA34}" dt="2025-01-23T16:32:06.915" v="155" actId="14100"/>
          <ac:spMkLst>
            <pc:docMk/>
            <pc:sldMk cId="0" sldId="785"/>
            <ac:spMk id="5" creationId="{19AB020C-D43E-2ABD-52C8-D62BC8F13820}"/>
          </ac:spMkLst>
        </pc:spChg>
      </pc:sldChg>
      <pc:sldChg chg="addSp modSp">
        <pc:chgData name="Dr.Joe Arun Raja - Asso.Prof-SOIS" userId="S::joe.arun@presidencyuniversity.in::b798aa45-34f5-4a2a-9585-fa801ce85428" providerId="AD" clId="Web-{66DD18E1-46A3-56D7-AB07-286801CCFA34}" dt="2025-01-23T16:33:34.104" v="166" actId="1076"/>
        <pc:sldMkLst>
          <pc:docMk/>
          <pc:sldMk cId="0" sldId="787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33:30.260" v="165" actId="1076"/>
          <ac:spMkLst>
            <pc:docMk/>
            <pc:sldMk cId="0" sldId="787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32:38.697" v="159" actId="14100"/>
          <ac:spMkLst>
            <pc:docMk/>
            <pc:sldMk cId="0" sldId="787"/>
            <ac:spMk id="3" creationId="{00000000-0000-0000-0000-000000000000}"/>
          </ac:spMkLst>
        </pc:spChg>
        <pc:spChg chg="add mod">
          <ac:chgData name="Dr.Joe Arun Raja - Asso.Prof-SOIS" userId="S::joe.arun@presidencyuniversity.in::b798aa45-34f5-4a2a-9585-fa801ce85428" providerId="AD" clId="Web-{66DD18E1-46A3-56D7-AB07-286801CCFA34}" dt="2025-01-23T16:33:34.104" v="166" actId="1076"/>
          <ac:spMkLst>
            <pc:docMk/>
            <pc:sldMk cId="0" sldId="787"/>
            <ac:spMk id="5" creationId="{D5470C7F-E000-E74A-8C72-89399FE057FA}"/>
          </ac:spMkLst>
        </pc:sp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49:01.623" v="185" actId="1076"/>
        <pc:sldMkLst>
          <pc:docMk/>
          <pc:sldMk cId="0" sldId="791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49:01.623" v="185" actId="1076"/>
          <ac:spMkLst>
            <pc:docMk/>
            <pc:sldMk cId="0" sldId="791"/>
            <ac:spMk id="3" creationId="{00000000-0000-0000-0000-000000000000}"/>
          </ac:spMkLst>
        </pc:spChg>
      </pc:sldChg>
      <pc:sldChg chg="addSp delSp modSp">
        <pc:chgData name="Dr.Joe Arun Raja - Asso.Prof-SOIS" userId="S::joe.arun@presidencyuniversity.in::b798aa45-34f5-4a2a-9585-fa801ce85428" providerId="AD" clId="Web-{66DD18E1-46A3-56D7-AB07-286801CCFA34}" dt="2025-01-23T16:29:22.771" v="131"/>
        <pc:sldMkLst>
          <pc:docMk/>
          <pc:sldMk cId="0" sldId="936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6:27:06.503" v="117"/>
          <ac:spMkLst>
            <pc:docMk/>
            <pc:sldMk cId="0" sldId="936"/>
            <ac:spMk id="2" creationId="{00000000-0000-0000-0000-000000000000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27:45.566" v="127" actId="1076"/>
          <ac:spMkLst>
            <pc:docMk/>
            <pc:sldMk cId="0" sldId="936"/>
            <ac:spMk id="3" creationId="{00000000-0000-0000-0000-000000000000}"/>
          </ac:spMkLst>
        </pc:spChg>
        <pc:spChg chg="add del mod">
          <ac:chgData name="Dr.Joe Arun Raja - Asso.Prof-SOIS" userId="S::joe.arun@presidencyuniversity.in::b798aa45-34f5-4a2a-9585-fa801ce85428" providerId="AD" clId="Web-{66DD18E1-46A3-56D7-AB07-286801CCFA34}" dt="2025-01-23T16:27:11.144" v="118"/>
          <ac:spMkLst>
            <pc:docMk/>
            <pc:sldMk cId="0" sldId="936"/>
            <ac:spMk id="6" creationId="{28E47F34-9F6F-BEE2-67E2-7BB5BE1E4B8C}"/>
          </ac:spMkLst>
        </pc:spChg>
        <pc:spChg chg="add mod">
          <ac:chgData name="Dr.Joe Arun Raja - Asso.Prof-SOIS" userId="S::joe.arun@presidencyuniversity.in::b798aa45-34f5-4a2a-9585-fa801ce85428" providerId="AD" clId="Web-{66DD18E1-46A3-56D7-AB07-286801CCFA34}" dt="2025-01-23T16:28:38.348" v="130" actId="14100"/>
          <ac:spMkLst>
            <pc:docMk/>
            <pc:sldMk cId="0" sldId="936"/>
            <ac:spMk id="7" creationId="{4AF519B2-E86A-7FBF-ED46-73E7EC5AF881}"/>
          </ac:spMkLst>
        </pc:spChg>
        <pc:cxnChg chg="add">
          <ac:chgData name="Dr.Joe Arun Raja - Asso.Prof-SOIS" userId="S::joe.arun@presidencyuniversity.in::b798aa45-34f5-4a2a-9585-fa801ce85428" providerId="AD" clId="Web-{66DD18E1-46A3-56D7-AB07-286801CCFA34}" dt="2025-01-23T16:29:22.771" v="131"/>
          <ac:cxnSpMkLst>
            <pc:docMk/>
            <pc:sldMk cId="0" sldId="936"/>
            <ac:cxnSpMk id="8" creationId="{EBF880A5-AE7C-4C42-A8F4-1D52756A15A9}"/>
          </ac:cxnSpMkLst>
        </pc:cxn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29:50.944" v="135"/>
        <pc:sldMkLst>
          <pc:docMk/>
          <pc:sldMk cId="0" sldId="942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29:41.178" v="133" actId="1076"/>
          <ac:spMkLst>
            <pc:docMk/>
            <pc:sldMk cId="0" sldId="942"/>
            <ac:spMk id="2" creationId="{00000000-0000-0000-0000-000000000000}"/>
          </ac:spMkLst>
        </pc:spChg>
        <pc:graphicFrameChg chg="mod modGraphic">
          <ac:chgData name="Dr.Joe Arun Raja - Asso.Prof-SOIS" userId="S::joe.arun@presidencyuniversity.in::b798aa45-34f5-4a2a-9585-fa801ce85428" providerId="AD" clId="Web-{66DD18E1-46A3-56D7-AB07-286801CCFA34}" dt="2025-01-23T16:29:50.944" v="135"/>
          <ac:graphicFrameMkLst>
            <pc:docMk/>
            <pc:sldMk cId="0" sldId="942"/>
            <ac:graphicFrameMk id="5" creationId="{00000000-0000-0000-0000-000000000000}"/>
          </ac:graphicFrameMkLst>
        </pc:graphicFrameChg>
      </pc:sldChg>
      <pc:sldChg chg="modSp">
        <pc:chgData name="Dr.Joe Arun Raja - Asso.Prof-SOIS" userId="S::joe.arun@presidencyuniversity.in::b798aa45-34f5-4a2a-9585-fa801ce85428" providerId="AD" clId="Web-{66DD18E1-46A3-56D7-AB07-286801CCFA34}" dt="2025-01-23T16:16:40.316" v="29" actId="14100"/>
        <pc:sldMkLst>
          <pc:docMk/>
          <pc:sldMk cId="2314083993" sldId="946"/>
        </pc:sldMkLst>
        <pc:picChg chg="mod">
          <ac:chgData name="Dr.Joe Arun Raja - Asso.Prof-SOIS" userId="S::joe.arun@presidencyuniversity.in::b798aa45-34f5-4a2a-9585-fa801ce85428" providerId="AD" clId="Web-{66DD18E1-46A3-56D7-AB07-286801CCFA34}" dt="2025-01-23T16:16:40.316" v="29" actId="14100"/>
          <ac:picMkLst>
            <pc:docMk/>
            <pc:sldMk cId="2314083993" sldId="946"/>
            <ac:picMk id="5" creationId="{3F870B77-4503-6E1A-AC12-C31E09DF4EB1}"/>
          </ac:picMkLst>
        </pc:picChg>
      </pc:sldChg>
      <pc:sldChg chg="addSp delSp modSp new">
        <pc:chgData name="Dr.Joe Arun Raja - Asso.Prof-SOIS" userId="S::joe.arun@presidencyuniversity.in::b798aa45-34f5-4a2a-9585-fa801ce85428" providerId="AD" clId="Web-{66DD18E1-46A3-56D7-AB07-286801CCFA34}" dt="2025-01-23T16:13:54.329" v="20" actId="1076"/>
        <pc:sldMkLst>
          <pc:docMk/>
          <pc:sldMk cId="3521608153" sldId="947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12:13.733" v="18" actId="20577"/>
          <ac:spMkLst>
            <pc:docMk/>
            <pc:sldMk cId="3521608153" sldId="947"/>
            <ac:spMk id="2" creationId="{77B19594-8822-5F6B-9646-EFF3A5A0058E}"/>
          </ac:spMkLst>
        </pc:spChg>
        <pc:spChg chg="del">
          <ac:chgData name="Dr.Joe Arun Raja - Asso.Prof-SOIS" userId="S::joe.arun@presidencyuniversity.in::b798aa45-34f5-4a2a-9585-fa801ce85428" providerId="AD" clId="Web-{66DD18E1-46A3-56D7-AB07-286801CCFA34}" dt="2025-01-23T16:11:46.623" v="9"/>
          <ac:spMkLst>
            <pc:docMk/>
            <pc:sldMk cId="3521608153" sldId="947"/>
            <ac:spMk id="3" creationId="{6E2AC07F-1030-7315-1484-B38A7915F93B}"/>
          </ac:spMkLst>
        </pc:spChg>
        <pc:picChg chg="add mod ord">
          <ac:chgData name="Dr.Joe Arun Raja - Asso.Prof-SOIS" userId="S::joe.arun@presidencyuniversity.in::b798aa45-34f5-4a2a-9585-fa801ce85428" providerId="AD" clId="Web-{66DD18E1-46A3-56D7-AB07-286801CCFA34}" dt="2025-01-23T16:13:50.329" v="19" actId="1076"/>
          <ac:picMkLst>
            <pc:docMk/>
            <pc:sldMk cId="3521608153" sldId="947"/>
            <ac:picMk id="5" creationId="{8C04EABB-02D8-5F08-9EDF-8E5A90D85AAB}"/>
          </ac:picMkLst>
        </pc:picChg>
        <pc:picChg chg="add mod">
          <ac:chgData name="Dr.Joe Arun Raja - Asso.Prof-SOIS" userId="S::joe.arun@presidencyuniversity.in::b798aa45-34f5-4a2a-9585-fa801ce85428" providerId="AD" clId="Web-{66DD18E1-46A3-56D7-AB07-286801CCFA34}" dt="2025-01-23T16:13:54.329" v="20" actId="1076"/>
          <ac:picMkLst>
            <pc:docMk/>
            <pc:sldMk cId="3521608153" sldId="947"/>
            <ac:picMk id="6" creationId="{577B7DD9-06BD-FD00-1440-22133353802A}"/>
          </ac:picMkLst>
        </pc:picChg>
      </pc:sldChg>
      <pc:sldChg chg="addSp delSp modSp new">
        <pc:chgData name="Dr.Joe Arun Raja - Asso.Prof-SOIS" userId="S::joe.arun@presidencyuniversity.in::b798aa45-34f5-4a2a-9585-fa801ce85428" providerId="AD" clId="Web-{66DD18E1-46A3-56D7-AB07-286801CCFA34}" dt="2025-01-23T16:24:47.172" v="67"/>
        <pc:sldMkLst>
          <pc:docMk/>
          <pc:sldMk cId="834454386" sldId="948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6:23:57.952" v="65"/>
          <ac:spMkLst>
            <pc:docMk/>
            <pc:sldMk cId="834454386" sldId="948"/>
            <ac:spMk id="2" creationId="{74FA5F81-E688-0491-0702-E544DC113974}"/>
          </ac:spMkLst>
        </pc:spChg>
        <pc:spChg chg="del">
          <ac:chgData name="Dr.Joe Arun Raja - Asso.Prof-SOIS" userId="S::joe.arun@presidencyuniversity.in::b798aa45-34f5-4a2a-9585-fa801ce85428" providerId="AD" clId="Web-{66DD18E1-46A3-56D7-AB07-286801CCFA34}" dt="2025-01-23T16:23:48.749" v="64"/>
          <ac:spMkLst>
            <pc:docMk/>
            <pc:sldMk cId="834454386" sldId="948"/>
            <ac:spMk id="3" creationId="{AD4A43C8-F794-4662-74B4-165C25A7532F}"/>
          </ac:spMkLst>
        </pc:spChg>
        <pc:graphicFrameChg chg="add mod ord modGraphic">
          <ac:chgData name="Dr.Joe Arun Raja - Asso.Prof-SOIS" userId="S::joe.arun@presidencyuniversity.in::b798aa45-34f5-4a2a-9585-fa801ce85428" providerId="AD" clId="Web-{66DD18E1-46A3-56D7-AB07-286801CCFA34}" dt="2025-01-23T16:24:47.172" v="67"/>
          <ac:graphicFrameMkLst>
            <pc:docMk/>
            <pc:sldMk cId="834454386" sldId="948"/>
            <ac:graphicFrameMk id="6" creationId="{6A0C69C5-9D3C-37F5-9419-5F5A5603D226}"/>
          </ac:graphicFrameMkLst>
        </pc:graphicFrameChg>
      </pc:sldChg>
      <pc:sldChg chg="addSp delSp modSp new">
        <pc:chgData name="Dr.Joe Arun Raja - Asso.Prof-SOIS" userId="S::joe.arun@presidencyuniversity.in::b798aa45-34f5-4a2a-9585-fa801ce85428" providerId="AD" clId="Web-{66DD18E1-46A3-56D7-AB07-286801CCFA34}" dt="2025-01-23T16:26:35.830" v="116"/>
        <pc:sldMkLst>
          <pc:docMk/>
          <pc:sldMk cId="198859366" sldId="949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6:25:00.453" v="70"/>
          <ac:spMkLst>
            <pc:docMk/>
            <pc:sldMk cId="198859366" sldId="949"/>
            <ac:spMk id="2" creationId="{6F8D8C11-8A0F-0A1F-06E0-85874FE0687A}"/>
          </ac:spMkLst>
        </pc:spChg>
        <pc:spChg chg="del">
          <ac:chgData name="Dr.Joe Arun Raja - Asso.Prof-SOIS" userId="S::joe.arun@presidencyuniversity.in::b798aa45-34f5-4a2a-9585-fa801ce85428" providerId="AD" clId="Web-{66DD18E1-46A3-56D7-AB07-286801CCFA34}" dt="2025-01-23T16:24:54.375" v="69"/>
          <ac:spMkLst>
            <pc:docMk/>
            <pc:sldMk cId="198859366" sldId="949"/>
            <ac:spMk id="3" creationId="{4649DBE2-1986-B832-6D8D-36697F86ADD5}"/>
          </ac:spMkLst>
        </pc:spChg>
        <pc:graphicFrameChg chg="add mod ord modGraphic">
          <ac:chgData name="Dr.Joe Arun Raja - Asso.Prof-SOIS" userId="S::joe.arun@presidencyuniversity.in::b798aa45-34f5-4a2a-9585-fa801ce85428" providerId="AD" clId="Web-{66DD18E1-46A3-56D7-AB07-286801CCFA34}" dt="2025-01-23T16:26:35.830" v="116"/>
          <ac:graphicFrameMkLst>
            <pc:docMk/>
            <pc:sldMk cId="198859366" sldId="949"/>
            <ac:graphicFrameMk id="6" creationId="{513F6408-6095-E1EE-A5C5-18342BA985B8}"/>
          </ac:graphicFrameMkLst>
        </pc:graphicFrameChg>
      </pc:sldChg>
      <pc:sldChg chg="addSp delSp modSp new">
        <pc:chgData name="Dr.Joe Arun Raja - Asso.Prof-SOIS" userId="S::joe.arun@presidencyuniversity.in::b798aa45-34f5-4a2a-9585-fa801ce85428" providerId="AD" clId="Web-{66DD18E1-46A3-56D7-AB07-286801CCFA34}" dt="2025-01-23T16:30:07.131" v="138"/>
        <pc:sldMkLst>
          <pc:docMk/>
          <pc:sldMk cId="3168473691" sldId="950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6:30:07.131" v="138"/>
          <ac:spMkLst>
            <pc:docMk/>
            <pc:sldMk cId="3168473691" sldId="950"/>
            <ac:spMk id="2" creationId="{0CA93F80-4D4E-55B6-D99B-754EA0CBDEE8}"/>
          </ac:spMkLst>
        </pc:spChg>
        <pc:spChg chg="del">
          <ac:chgData name="Dr.Joe Arun Raja - Asso.Prof-SOIS" userId="S::joe.arun@presidencyuniversity.in::b798aa45-34f5-4a2a-9585-fa801ce85428" providerId="AD" clId="Web-{66DD18E1-46A3-56D7-AB07-286801CCFA34}" dt="2025-01-23T16:30:01.631" v="137"/>
          <ac:spMkLst>
            <pc:docMk/>
            <pc:sldMk cId="3168473691" sldId="950"/>
            <ac:spMk id="3" creationId="{DA298861-B4A5-FA33-CE9B-BCE7B020DAAB}"/>
          </ac:spMkLst>
        </pc:spChg>
        <pc:graphicFrameChg chg="add mod ord modGraphic">
          <ac:chgData name="Dr.Joe Arun Raja - Asso.Prof-SOIS" userId="S::joe.arun@presidencyuniversity.in::b798aa45-34f5-4a2a-9585-fa801ce85428" providerId="AD" clId="Web-{66DD18E1-46A3-56D7-AB07-286801CCFA34}" dt="2025-01-23T16:30:01.631" v="137"/>
          <ac:graphicFrameMkLst>
            <pc:docMk/>
            <pc:sldMk cId="3168473691" sldId="950"/>
            <ac:graphicFrameMk id="6" creationId="{9B9E1F01-E1FC-454A-E1DC-58183D0B81A8}"/>
          </ac:graphicFrameMkLst>
        </pc:graphicFrameChg>
      </pc:sldChg>
      <pc:sldChg chg="delSp modSp new">
        <pc:chgData name="Dr.Joe Arun Raja - Asso.Prof-SOIS" userId="S::joe.arun@presidencyuniversity.in::b798aa45-34f5-4a2a-9585-fa801ce85428" providerId="AD" clId="Web-{66DD18E1-46A3-56D7-AB07-286801CCFA34}" dt="2025-01-23T16:51:20.547" v="259" actId="1076"/>
        <pc:sldMkLst>
          <pc:docMk/>
          <pc:sldMk cId="3113702504" sldId="951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6:50:07.749" v="194"/>
          <ac:spMkLst>
            <pc:docMk/>
            <pc:sldMk cId="3113702504" sldId="951"/>
            <ac:spMk id="2" creationId="{4215E9C4-B1EB-7A17-9276-9373E33A4576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6:51:20.547" v="259" actId="1076"/>
          <ac:spMkLst>
            <pc:docMk/>
            <pc:sldMk cId="3113702504" sldId="951"/>
            <ac:spMk id="3" creationId="{B88A09BA-BDFB-3BFF-32BE-6E7F5BA67069}"/>
          </ac:spMkLst>
        </pc:spChg>
      </pc:sldChg>
      <pc:sldChg chg="modSp new del">
        <pc:chgData name="Dr.Joe Arun Raja - Asso.Prof-SOIS" userId="S::joe.arun@presidencyuniversity.in::b798aa45-34f5-4a2a-9585-fa801ce85428" providerId="AD" clId="Web-{66DD18E1-46A3-56D7-AB07-286801CCFA34}" dt="2025-01-23T16:35:27.857" v="175"/>
        <pc:sldMkLst>
          <pc:docMk/>
          <pc:sldMk cId="3847171266" sldId="951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6:35:24.982" v="174" actId="20577"/>
          <ac:spMkLst>
            <pc:docMk/>
            <pc:sldMk cId="3847171266" sldId="951"/>
            <ac:spMk id="3" creationId="{77CAC9BB-3C45-6DE7-01A5-B2E7D72AFBFE}"/>
          </ac:spMkLst>
        </pc:spChg>
      </pc:sldChg>
      <pc:sldChg chg="delSp modSp new">
        <pc:chgData name="Dr.Joe Arun Raja - Asso.Prof-SOIS" userId="S::joe.arun@presidencyuniversity.in::b798aa45-34f5-4a2a-9585-fa801ce85428" providerId="AD" clId="Web-{66DD18E1-46A3-56D7-AB07-286801CCFA34}" dt="2025-01-23T17:00:28.402" v="269" actId="20577"/>
        <pc:sldMkLst>
          <pc:docMk/>
          <pc:sldMk cId="950908331" sldId="952"/>
        </pc:sldMkLst>
        <pc:spChg chg="del">
          <ac:chgData name="Dr.Joe Arun Raja - Asso.Prof-SOIS" userId="S::joe.arun@presidencyuniversity.in::b798aa45-34f5-4a2a-9585-fa801ce85428" providerId="AD" clId="Web-{66DD18E1-46A3-56D7-AB07-286801CCFA34}" dt="2025-01-23T17:00:00.058" v="267"/>
          <ac:spMkLst>
            <pc:docMk/>
            <pc:sldMk cId="950908331" sldId="952"/>
            <ac:spMk id="2" creationId="{46AE0C2C-383E-13E3-4A85-920280D2EDEA}"/>
          </ac:spMkLst>
        </pc:spChg>
        <pc:spChg chg="mod">
          <ac:chgData name="Dr.Joe Arun Raja - Asso.Prof-SOIS" userId="S::joe.arun@presidencyuniversity.in::b798aa45-34f5-4a2a-9585-fa801ce85428" providerId="AD" clId="Web-{66DD18E1-46A3-56D7-AB07-286801CCFA34}" dt="2025-01-23T17:00:28.402" v="269" actId="20577"/>
          <ac:spMkLst>
            <pc:docMk/>
            <pc:sldMk cId="950908331" sldId="952"/>
            <ac:spMk id="3" creationId="{113D9CB9-E610-2806-0643-8182410C1F09}"/>
          </ac:spMkLst>
        </pc:spChg>
      </pc:sldChg>
      <pc:sldChg chg="modSp new">
        <pc:chgData name="Dr.Joe Arun Raja - Asso.Prof-SOIS" userId="S::joe.arun@presidencyuniversity.in::b798aa45-34f5-4a2a-9585-fa801ce85428" providerId="AD" clId="Web-{66DD18E1-46A3-56D7-AB07-286801CCFA34}" dt="2025-01-23T17:00:59.887" v="275" actId="20577"/>
        <pc:sldMkLst>
          <pc:docMk/>
          <pc:sldMk cId="3282898066" sldId="953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7:00:59.887" v="275" actId="20577"/>
          <ac:spMkLst>
            <pc:docMk/>
            <pc:sldMk cId="3282898066" sldId="953"/>
            <ac:spMk id="3" creationId="{F8B5AD39-4491-C803-DB4A-A72A00B3726D}"/>
          </ac:spMkLst>
        </pc:spChg>
      </pc:sldChg>
      <pc:sldChg chg="modSp new">
        <pc:chgData name="Dr.Joe Arun Raja - Asso.Prof-SOIS" userId="S::joe.arun@presidencyuniversity.in::b798aa45-34f5-4a2a-9585-fa801ce85428" providerId="AD" clId="Web-{66DD18E1-46A3-56D7-AB07-286801CCFA34}" dt="2025-01-23T17:01:05.403" v="277" actId="20577"/>
        <pc:sldMkLst>
          <pc:docMk/>
          <pc:sldMk cId="4050202355" sldId="954"/>
        </pc:sldMkLst>
        <pc:spChg chg="mod">
          <ac:chgData name="Dr.Joe Arun Raja - Asso.Prof-SOIS" userId="S::joe.arun@presidencyuniversity.in::b798aa45-34f5-4a2a-9585-fa801ce85428" providerId="AD" clId="Web-{66DD18E1-46A3-56D7-AB07-286801CCFA34}" dt="2025-01-23T17:01:05.403" v="277" actId="20577"/>
          <ac:spMkLst>
            <pc:docMk/>
            <pc:sldMk cId="4050202355" sldId="954"/>
            <ac:spMk id="3" creationId="{BFAE8F4E-E26C-D8DC-F192-098822580992}"/>
          </ac:spMkLst>
        </pc:spChg>
      </pc:sldChg>
    </pc:docChg>
  </pc:docChgLst>
  <pc:docChgLst>
    <pc:chgData name="Dr.Joe Arun Raja - Asso.Prof-SOIS" userId="S::joe.arun@presidencyuniversity.in::b798aa45-34f5-4a2a-9585-fa801ce85428" providerId="AD" clId="Web-{5638D401-28F8-5FFF-4815-15070F568BF5}"/>
    <pc:docChg chg="delSld">
      <pc:chgData name="Dr.Joe Arun Raja - Asso.Prof-SOIS" userId="S::joe.arun@presidencyuniversity.in::b798aa45-34f5-4a2a-9585-fa801ce85428" providerId="AD" clId="Web-{5638D401-28F8-5FFF-4815-15070F568BF5}" dt="2025-01-29T06:19:00.969" v="0"/>
      <pc:docMkLst>
        <pc:docMk/>
      </pc:docMkLst>
      <pc:sldChg chg="del">
        <pc:chgData name="Dr.Joe Arun Raja - Asso.Prof-SOIS" userId="S::joe.arun@presidencyuniversity.in::b798aa45-34f5-4a2a-9585-fa801ce85428" providerId="AD" clId="Web-{5638D401-28F8-5FFF-4815-15070F568BF5}" dt="2025-01-29T06:19:00.969" v="0"/>
        <pc:sldMkLst>
          <pc:docMk/>
          <pc:sldMk cId="0" sldId="718"/>
        </pc:sldMkLst>
      </pc:sldChg>
    </pc:docChg>
  </pc:docChgLst>
  <pc:docChgLst>
    <pc:chgData name="Dr. Naveen N M -Asso.Prof.-SCSE" userId="S::naveen.nm@presidencyuniversity.in::fd9dbca0-ec80-4d97-87c7-6e120905eb6c" providerId="AD" clId="Web-{902254BB-4716-5434-1A9E-9CAE9A5F648C}"/>
    <pc:docChg chg="modSld">
      <pc:chgData name="Dr. Naveen N M -Asso.Prof.-SCSE" userId="S::naveen.nm@presidencyuniversity.in::fd9dbca0-ec80-4d97-87c7-6e120905eb6c" providerId="AD" clId="Web-{902254BB-4716-5434-1A9E-9CAE9A5F648C}" dt="2025-01-31T04:30:15.969" v="0" actId="1076"/>
      <pc:docMkLst>
        <pc:docMk/>
      </pc:docMkLst>
      <pc:sldChg chg="modSp">
        <pc:chgData name="Dr. Naveen N M -Asso.Prof.-SCSE" userId="S::naveen.nm@presidencyuniversity.in::fd9dbca0-ec80-4d97-87c7-6e120905eb6c" providerId="AD" clId="Web-{902254BB-4716-5434-1A9E-9CAE9A5F648C}" dt="2025-01-31T04:30:15.969" v="0" actId="1076"/>
        <pc:sldMkLst>
          <pc:docMk/>
          <pc:sldMk cId="0" sldId="855"/>
        </pc:sldMkLst>
        <pc:spChg chg="mod">
          <ac:chgData name="Dr. Naveen N M -Asso.Prof.-SCSE" userId="S::naveen.nm@presidencyuniversity.in::fd9dbca0-ec80-4d97-87c7-6e120905eb6c" providerId="AD" clId="Web-{902254BB-4716-5434-1A9E-9CAE9A5F648C}" dt="2025-01-31T04:30:15.969" v="0" actId="1076"/>
          <ac:spMkLst>
            <pc:docMk/>
            <pc:sldMk cId="0" sldId="855"/>
            <ac:spMk id="3" creationId="{00000000-0000-0000-0000-000000000000}"/>
          </ac:spMkLst>
        </pc:spChg>
      </pc:sldChg>
    </pc:docChg>
  </pc:docChgLst>
  <pc:docChgLst>
    <pc:chgData name="Dr.Joe Arun Raja - Asso.Prof-SOIS" userId="S::joe.arun@presidencyuniversity.in::b798aa45-34f5-4a2a-9585-fa801ce85428" providerId="AD" clId="Web-{84E1EE92-87AE-7A2E-2114-8E7CADCB0E08}"/>
    <pc:docChg chg="addSld modSld">
      <pc:chgData name="Dr.Joe Arun Raja - Asso.Prof-SOIS" userId="S::joe.arun@presidencyuniversity.in::b798aa45-34f5-4a2a-9585-fa801ce85428" providerId="AD" clId="Web-{84E1EE92-87AE-7A2E-2114-8E7CADCB0E08}" dt="2025-01-21T05:02:10.387" v="12" actId="14100"/>
      <pc:docMkLst>
        <pc:docMk/>
      </pc:docMkLst>
      <pc:sldChg chg="delSp">
        <pc:chgData name="Dr.Joe Arun Raja - Asso.Prof-SOIS" userId="S::joe.arun@presidencyuniversity.in::b798aa45-34f5-4a2a-9585-fa801ce85428" providerId="AD" clId="Web-{84E1EE92-87AE-7A2E-2114-8E7CADCB0E08}" dt="2025-01-21T05:00:22.198" v="1"/>
        <pc:sldMkLst>
          <pc:docMk/>
          <pc:sldMk cId="625228664" sldId="630"/>
        </pc:sldMkLst>
        <pc:picChg chg="del">
          <ac:chgData name="Dr.Joe Arun Raja - Asso.Prof-SOIS" userId="S::joe.arun@presidencyuniversity.in::b798aa45-34f5-4a2a-9585-fa801ce85428" providerId="AD" clId="Web-{84E1EE92-87AE-7A2E-2114-8E7CADCB0E08}" dt="2025-01-21T05:00:22.198" v="1"/>
          <ac:picMkLst>
            <pc:docMk/>
            <pc:sldMk cId="625228664" sldId="630"/>
            <ac:picMk id="6" creationId="{00000000-0000-0000-0000-000000000000}"/>
          </ac:picMkLst>
        </pc:picChg>
      </pc:sldChg>
      <pc:sldChg chg="delSp modSp">
        <pc:chgData name="Dr.Joe Arun Raja - Asso.Prof-SOIS" userId="S::joe.arun@presidencyuniversity.in::b798aa45-34f5-4a2a-9585-fa801ce85428" providerId="AD" clId="Web-{84E1EE92-87AE-7A2E-2114-8E7CADCB0E08}" dt="2025-01-21T05:02:10.387" v="12" actId="14100"/>
        <pc:sldMkLst>
          <pc:docMk/>
          <pc:sldMk cId="0" sldId="634"/>
        </pc:sldMkLst>
        <pc:picChg chg="mod">
          <ac:chgData name="Dr.Joe Arun Raja - Asso.Prof-SOIS" userId="S::joe.arun@presidencyuniversity.in::b798aa45-34f5-4a2a-9585-fa801ce85428" providerId="AD" clId="Web-{84E1EE92-87AE-7A2E-2114-8E7CADCB0E08}" dt="2025-01-21T05:02:10.387" v="12" actId="14100"/>
          <ac:picMkLst>
            <pc:docMk/>
            <pc:sldMk cId="0" sldId="634"/>
            <ac:picMk id="5" creationId="{00000000-0000-0000-0000-000000000000}"/>
          </ac:picMkLst>
        </pc:picChg>
        <pc:picChg chg="del">
          <ac:chgData name="Dr.Joe Arun Raja - Asso.Prof-SOIS" userId="S::joe.arun@presidencyuniversity.in::b798aa45-34f5-4a2a-9585-fa801ce85428" providerId="AD" clId="Web-{84E1EE92-87AE-7A2E-2114-8E7CADCB0E08}" dt="2025-01-21T05:01:44.637" v="7"/>
          <ac:picMkLst>
            <pc:docMk/>
            <pc:sldMk cId="0" sldId="634"/>
            <ac:picMk id="6" creationId="{00000000-0000-0000-0000-000000000000}"/>
          </ac:picMkLst>
        </pc:picChg>
      </pc:sldChg>
      <pc:sldChg chg="addSp delSp modSp new mod setBg">
        <pc:chgData name="Dr.Joe Arun Raja - Asso.Prof-SOIS" userId="S::joe.arun@presidencyuniversity.in::b798aa45-34f5-4a2a-9585-fa801ce85428" providerId="AD" clId="Web-{84E1EE92-87AE-7A2E-2114-8E7CADCB0E08}" dt="2025-01-21T05:00:43.167" v="6" actId="1076"/>
        <pc:sldMkLst>
          <pc:docMk/>
          <pc:sldMk cId="3080190519" sldId="945"/>
        </pc:sldMkLst>
        <pc:spChg chg="add del">
          <ac:chgData name="Dr.Joe Arun Raja - Asso.Prof-SOIS" userId="S::joe.arun@presidencyuniversity.in::b798aa45-34f5-4a2a-9585-fa801ce85428" providerId="AD" clId="Web-{84E1EE92-87AE-7A2E-2114-8E7CADCB0E08}" dt="2025-01-21T05:00:39.448" v="5"/>
          <ac:spMkLst>
            <pc:docMk/>
            <pc:sldMk cId="3080190519" sldId="945"/>
            <ac:spMk id="2" creationId="{F21DE72C-C3D1-0ED7-230B-875FFC184BC3}"/>
          </ac:spMkLst>
        </pc:spChg>
        <pc:spChg chg="del">
          <ac:chgData name="Dr.Joe Arun Raja - Asso.Prof-SOIS" userId="S::joe.arun@presidencyuniversity.in::b798aa45-34f5-4a2a-9585-fa801ce85428" providerId="AD" clId="Web-{84E1EE92-87AE-7A2E-2114-8E7CADCB0E08}" dt="2025-01-21T05:00:29.104" v="2"/>
          <ac:spMkLst>
            <pc:docMk/>
            <pc:sldMk cId="3080190519" sldId="945"/>
            <ac:spMk id="3" creationId="{245DC44B-2A41-2C7C-86AC-7F92F6EADB39}"/>
          </ac:spMkLst>
        </pc:spChg>
        <pc:spChg chg="mod">
          <ac:chgData name="Dr.Joe Arun Raja - Asso.Prof-SOIS" userId="S::joe.arun@presidencyuniversity.in::b798aa45-34f5-4a2a-9585-fa801ce85428" providerId="AD" clId="Web-{84E1EE92-87AE-7A2E-2114-8E7CADCB0E08}" dt="2025-01-21T05:00:39.448" v="5"/>
          <ac:spMkLst>
            <pc:docMk/>
            <pc:sldMk cId="3080190519" sldId="945"/>
            <ac:spMk id="4" creationId="{F370D057-354E-3672-A6AE-914A30970B8C}"/>
          </ac:spMkLst>
        </pc:spChg>
        <pc:spChg chg="add del">
          <ac:chgData name="Dr.Joe Arun Raja - Asso.Prof-SOIS" userId="S::joe.arun@presidencyuniversity.in::b798aa45-34f5-4a2a-9585-fa801ce85428" providerId="AD" clId="Web-{84E1EE92-87AE-7A2E-2114-8E7CADCB0E08}" dt="2025-01-21T05:00:39.448" v="4"/>
          <ac:spMkLst>
            <pc:docMk/>
            <pc:sldMk cId="3080190519" sldId="945"/>
            <ac:spMk id="10" creationId="{42A4FC2C-047E-45A5-965D-8E1E3BF09BC6}"/>
          </ac:spMkLst>
        </pc:spChg>
        <pc:picChg chg="add mod ord">
          <ac:chgData name="Dr.Joe Arun Raja - Asso.Prof-SOIS" userId="S::joe.arun@presidencyuniversity.in::b798aa45-34f5-4a2a-9585-fa801ce85428" providerId="AD" clId="Web-{84E1EE92-87AE-7A2E-2114-8E7CADCB0E08}" dt="2025-01-21T05:00:43.167" v="6" actId="1076"/>
          <ac:picMkLst>
            <pc:docMk/>
            <pc:sldMk cId="3080190519" sldId="945"/>
            <ac:picMk id="5" creationId="{AC9F7D13-97D4-74B6-5038-C86CB13D5A62}"/>
          </ac:picMkLst>
        </pc:picChg>
      </pc:sldChg>
      <pc:sldChg chg="addSp delSp modSp new mod setBg">
        <pc:chgData name="Dr.Joe Arun Raja - Asso.Prof-SOIS" userId="S::joe.arun@presidencyuniversity.in::b798aa45-34f5-4a2a-9585-fa801ce85428" providerId="AD" clId="Web-{84E1EE92-87AE-7A2E-2114-8E7CADCB0E08}" dt="2025-01-21T05:01:56.184" v="10"/>
        <pc:sldMkLst>
          <pc:docMk/>
          <pc:sldMk cId="2314083993" sldId="946"/>
        </pc:sldMkLst>
        <pc:spChg chg="del">
          <ac:chgData name="Dr.Joe Arun Raja - Asso.Prof-SOIS" userId="S::joe.arun@presidencyuniversity.in::b798aa45-34f5-4a2a-9585-fa801ce85428" providerId="AD" clId="Web-{84E1EE92-87AE-7A2E-2114-8E7CADCB0E08}" dt="2025-01-21T05:01:56.184" v="10"/>
          <ac:spMkLst>
            <pc:docMk/>
            <pc:sldMk cId="2314083993" sldId="946"/>
            <ac:spMk id="2" creationId="{EBC22B4C-74F1-1C1A-6CD9-DC20B73EE17D}"/>
          </ac:spMkLst>
        </pc:spChg>
        <pc:spChg chg="del">
          <ac:chgData name="Dr.Joe Arun Raja - Asso.Prof-SOIS" userId="S::joe.arun@presidencyuniversity.in::b798aa45-34f5-4a2a-9585-fa801ce85428" providerId="AD" clId="Web-{84E1EE92-87AE-7A2E-2114-8E7CADCB0E08}" dt="2025-01-21T05:01:52.559" v="9"/>
          <ac:spMkLst>
            <pc:docMk/>
            <pc:sldMk cId="2314083993" sldId="946"/>
            <ac:spMk id="3" creationId="{634CFCFD-5110-BC26-4455-0BAE480E7FC0}"/>
          </ac:spMkLst>
        </pc:spChg>
        <pc:spChg chg="mod">
          <ac:chgData name="Dr.Joe Arun Raja - Asso.Prof-SOIS" userId="S::joe.arun@presidencyuniversity.in::b798aa45-34f5-4a2a-9585-fa801ce85428" providerId="AD" clId="Web-{84E1EE92-87AE-7A2E-2114-8E7CADCB0E08}" dt="2025-01-21T05:01:56.184" v="10"/>
          <ac:spMkLst>
            <pc:docMk/>
            <pc:sldMk cId="2314083993" sldId="946"/>
            <ac:spMk id="4" creationId="{EA6E3800-3D98-F4ED-77D8-8E5084FA941D}"/>
          </ac:spMkLst>
        </pc:spChg>
        <pc:picChg chg="add mod ord">
          <ac:chgData name="Dr.Joe Arun Raja - Asso.Prof-SOIS" userId="S::joe.arun@presidencyuniversity.in::b798aa45-34f5-4a2a-9585-fa801ce85428" providerId="AD" clId="Web-{84E1EE92-87AE-7A2E-2114-8E7CADCB0E08}" dt="2025-01-21T05:01:56.184" v="10"/>
          <ac:picMkLst>
            <pc:docMk/>
            <pc:sldMk cId="2314083993" sldId="946"/>
            <ac:picMk id="5" creationId="{3F870B77-4503-6E1A-AC12-C31E09DF4E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163DD-12C9-4B8E-91F3-BECE4B548A1F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4565-77A9-41BC-A3D1-C71554A71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151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5E0ABE-3FD2-4491-A84F-F5DF78F574D2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D763F7-5C11-4DBC-83B1-39D83E1FBE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98571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763F7-5C11-4DBC-83B1-39D83E1FBE1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R C Ravindranath, Asst. Prof., SOE-CSE</a:t>
            </a:r>
          </a:p>
        </p:txBody>
      </p:sp>
    </p:spTree>
    <p:extLst>
      <p:ext uri="{BB962C8B-B14F-4D97-AF65-F5344CB8AC3E}">
        <p14:creationId xmlns:p14="http://schemas.microsoft.com/office/powerpoint/2010/main" val="418003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92E83-4E84-4740-8999-21B99A524EB4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8AC2-F0C4-4335-A6D7-C22D8A2224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9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B847F-E800-49BB-B888-ECFD11F24C1D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CA5F2-CD08-4EF5-BAD9-872B7BB27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67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9EC45-EBE1-44DB-AD55-76A5CDEE8551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43365-358E-4EFB-9D2F-D6778ADA2A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15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84E65-0CE4-4441-ACE8-8E023A7A741C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1B66A-860D-4F77-A12A-57453AAB16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98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930A8-B92B-4AD0-9CA2-E3573C2D7B68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E9FAA-A59B-4AE0-A044-7FE2AB03AB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7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AF9F0-86F4-41BA-BF04-7A68BB35962C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55CBD-5A35-43A0-8B72-DFEEFFF78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13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84C8E-89B8-4DD1-9A54-0E190BA47E5D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AE260-203A-48BA-B1E0-2820BBC6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90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3A74D-7B57-49DB-9938-D92105508A1C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3378E-E05F-4D65-B4F7-A87FC0276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91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7E326-5233-47C9-9183-AB0FCA1C5179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09E5-A14B-4738-A48E-EF064E4532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38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D883A-3962-435F-9831-24ADC35CB10C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10372-953E-4601-976C-D82CD9FCE0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91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F5F9B-46DC-4E4F-98F8-47F377D811C8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DF80F-6F68-4B94-9701-0F2026993C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01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4A44C2B-9FC4-482D-A60E-5D6C377FC33F}" type="datetime1">
              <a:rPr lang="en-US" smtClean="0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391736-D1CD-4256-BC31-406FE5C1CD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D4134-6C00-633E-01D1-EE8A1911E8A7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gradFill flip="none" rotWithShape="1">
            <a:gsLst>
              <a:gs pos="0">
                <a:srgbClr val="113555"/>
              </a:gs>
              <a:gs pos="55000">
                <a:srgbClr val="10426F"/>
              </a:gs>
              <a:gs pos="100000">
                <a:srgbClr val="134C85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1905000"/>
            <a:ext cx="7162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– 4</a:t>
            </a:r>
          </a:p>
          <a:p>
            <a:pPr algn="ctr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Java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cs typeface="Arial" panose="020B0604020202020204" pitchFamily="34" charset="0"/>
              </a:rPr>
              <a:pPr>
                <a:defRPr/>
              </a:pPr>
              <a:t>1</a:t>
            </a:fld>
            <a:endParaRPr lang="en-US" altLang="en-US" dirty="0"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3C9936-E646-0100-BCAC-1FB81390A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2" y="6391727"/>
            <a:ext cx="2448272" cy="43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0" y="990600"/>
            <a:ext cx="11509548" cy="3200400"/>
          </a:xfrm>
        </p:spPr>
        <p:txBody>
          <a:bodyPr rtlCol="0">
            <a:no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Annotation: Basics, Type and Repeating Annotation</a:t>
            </a:r>
          </a:p>
          <a:p>
            <a:pPr marL="0" indent="0"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Generics : Generic Class, Bounded Types using wild card arguments, Generic Methods, Generic Interfaces</a:t>
            </a:r>
          </a:p>
          <a:p>
            <a:pPr marL="0" indent="0"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Lambda Expressions : Block Lambda, Generic functional Interfaces, Passing Lambda expressions as arguments, Lambda Expressions &amp; Exceptions, Variable Capture, Method &amp; constructor references</a:t>
            </a:r>
          </a:p>
          <a:p>
            <a:pPr marL="0" indent="0"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Reflection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19100" y="154723"/>
            <a:ext cx="2247900" cy="454878"/>
          </a:xfr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39C8F-ADB6-4CC7-0D6C-AB53F341A08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gradFill flip="none" rotWithShape="1">
            <a:gsLst>
              <a:gs pos="0">
                <a:srgbClr val="113555"/>
              </a:gs>
              <a:gs pos="55000">
                <a:srgbClr val="10426F"/>
              </a:gs>
              <a:gs pos="100000">
                <a:srgbClr val="134C85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EF2E845-881E-E3CF-4293-B867D9A22CF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A01CA5F2-CD08-4EF5-BAD9-872B7BB27165}" type="slidenum">
              <a:rPr lang="en-US" altLang="en-US" smtClean="0">
                <a:cs typeface="Arial" panose="020B0604020202020204" pitchFamily="34" charset="0"/>
              </a:rPr>
              <a:pPr>
                <a:defRPr/>
              </a:pPr>
              <a:t>2</a:t>
            </a:fld>
            <a:endParaRPr lang="en-US" altLang="en-US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16C81-531A-3146-17EB-27BB5B0EC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2" y="6391727"/>
            <a:ext cx="2448272" cy="43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8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172" y="3154660"/>
            <a:ext cx="7015655" cy="548680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41A3ED-16C3-5B4E-D1E9-AD28AA98A095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17E6BC-8D99-0A57-2E79-5ADBD7315993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DA79AF2-D640-8B08-D0FA-BCDC724D3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592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172" y="0"/>
            <a:ext cx="7015655" cy="548680"/>
          </a:xfrm>
        </p:spPr>
        <p:txBody>
          <a:bodyPr/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80" y="584517"/>
            <a:ext cx="11995284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tag that represents the 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attached with class, interface, methods or fields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indicate some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information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be used by java compiler and JVM.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41A3ED-16C3-5B4E-D1E9-AD28AA98A095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17E6BC-8D99-0A57-2E79-5ADBD7315993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DA79AF2-D640-8B08-D0FA-BCDC724D3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977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Java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716414"/>
            <a:ext cx="10515600" cy="503397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@SuppressWarnings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@Deprecated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Java Annotations used in other annotations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@Retention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@Inherited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@Documented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A465B2-D9A6-824C-9722-DC963494A8F7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B6551F-61C2-849A-6115-D7C1F2DBC862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441D07-FB34-C4EF-7FB4-056F140B1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382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2585"/>
            <a:ext cx="10515600" cy="48925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2" y="476672"/>
            <a:ext cx="12025336" cy="5033979"/>
          </a:xfrm>
        </p:spPr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 annotation assures that the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 method is overriding the parent class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not so, compile time error occurs.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we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silly mistake such as spelling mistakes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 So, it is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to mark @Override annotation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</a:t>
            </a:r>
            <a:r>
              <a:rPr lang="en-GB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assurity</a:t>
            </a: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method is overridden.</a:t>
            </a:r>
          </a:p>
          <a:p>
            <a:pPr>
              <a:spcBef>
                <a:spcPts val="0"/>
              </a:spcBef>
              <a:buNone/>
            </a:pP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Animal{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void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eatSomething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("eating something"); 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Dog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extends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Animal{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@Override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void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eatsomething() { System.out.println("eating foods"); 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}//compile time error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cl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TestAnnotation1{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public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main(String 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[]) 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Animal a=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Dog();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a.eatSomething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}      }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spcBef>
                <a:spcPts val="0"/>
              </a:spcBef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AF28B6-3F5D-DF33-43BF-D5248FF1F9C6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1DDAB0-EA01-9212-F822-DA1A9B255F96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A1768C-4D98-4FFE-C1DB-478C2C2E3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878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01" y="32131"/>
            <a:ext cx="10515600" cy="44454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SuppressWarnings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07" y="511873"/>
            <a:ext cx="11992786" cy="5033979"/>
          </a:xfrm>
        </p:spPr>
        <p:txBody>
          <a:bodyPr/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@SuppressWarnings annotation: is used to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 warnings issued by the compiler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remove the @SuppressWarnings("unchecked") annotation, it will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warning at compile time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are using non-generic collection.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C87D8-B0F7-9A94-7C2B-17096F9438A7}"/>
              </a:ext>
            </a:extLst>
          </p:cNvPr>
          <p:cNvSpPr txBox="1"/>
          <p:nvPr/>
        </p:nvSpPr>
        <p:spPr>
          <a:xfrm>
            <a:off x="2598876" y="1765840"/>
            <a:ext cx="8358608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cs typeface="Arial" panose="020B0604020202020204" pitchFamily="34" charset="0"/>
              </a:rPr>
              <a:t>import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dirty="0" err="1">
                <a:cs typeface="Arial" panose="020B0604020202020204" pitchFamily="34" charset="0"/>
              </a:rPr>
              <a:t>java.util</a:t>
            </a:r>
            <a:r>
              <a:rPr lang="en-US" sz="2200" dirty="0">
                <a:cs typeface="Arial" panose="020B0604020202020204" pitchFamily="34" charset="0"/>
              </a:rPr>
              <a:t>.*;  ​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2200" b="1" dirty="0">
                <a:cs typeface="Arial" panose="020B0604020202020204" pitchFamily="34" charset="0"/>
              </a:rPr>
              <a:t>class</a:t>
            </a:r>
            <a:r>
              <a:rPr lang="en-US" sz="2200" dirty="0">
                <a:cs typeface="Arial" panose="020B0604020202020204" pitchFamily="34" charset="0"/>
              </a:rPr>
              <a:t> TestAnnotation2{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@SuppressWarnings("unchecked")  </a:t>
            </a:r>
          </a:p>
          <a:p>
            <a:endParaRPr lang="en-US" sz="2000" dirty="0">
              <a:ea typeface="Calibri"/>
              <a:cs typeface="Arial" panose="020B0604020202020204" pitchFamily="34" charset="0"/>
            </a:endParaRPr>
          </a:p>
          <a:p>
            <a:r>
              <a:rPr lang="en-US" sz="2200" b="1" dirty="0">
                <a:cs typeface="Arial" panose="020B0604020202020204" pitchFamily="34" charset="0"/>
              </a:rPr>
              <a:t>	public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b="1" dirty="0">
                <a:cs typeface="Arial" panose="020B0604020202020204" pitchFamily="34" charset="0"/>
              </a:rPr>
              <a:t>static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b="1" dirty="0">
                <a:cs typeface="Arial" panose="020B0604020202020204" pitchFamily="34" charset="0"/>
              </a:rPr>
              <a:t>void</a:t>
            </a:r>
            <a:r>
              <a:rPr lang="en-US" sz="2200" dirty="0">
                <a:cs typeface="Arial" panose="020B0604020202020204" pitchFamily="34" charset="0"/>
              </a:rPr>
              <a:t> main(String </a:t>
            </a:r>
            <a:r>
              <a:rPr lang="en-US" sz="2200" dirty="0" err="1">
                <a:cs typeface="Arial" panose="020B0604020202020204" pitchFamily="34" charset="0"/>
              </a:rPr>
              <a:t>args</a:t>
            </a:r>
            <a:r>
              <a:rPr lang="en-US" sz="2200" dirty="0">
                <a:cs typeface="Arial" panose="020B0604020202020204" pitchFamily="34" charset="0"/>
              </a:rPr>
              <a:t>[]){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</a:t>
            </a:r>
            <a:r>
              <a:rPr lang="en-US" sz="2200" dirty="0" err="1">
                <a:cs typeface="Arial" panose="020B0604020202020204" pitchFamily="34" charset="0"/>
              </a:rPr>
              <a:t>ArrayList</a:t>
            </a:r>
            <a:r>
              <a:rPr lang="en-US" sz="2200" dirty="0">
                <a:cs typeface="Arial" panose="020B0604020202020204" pitchFamily="34" charset="0"/>
              </a:rPr>
              <a:t> list=</a:t>
            </a:r>
            <a:r>
              <a:rPr lang="en-US" sz="2200" b="1" dirty="0">
                <a:cs typeface="Arial" panose="020B0604020202020204" pitchFamily="34" charset="0"/>
              </a:rPr>
              <a:t>new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dirty="0" err="1">
                <a:cs typeface="Arial" panose="020B0604020202020204" pitchFamily="34" charset="0"/>
              </a:rPr>
              <a:t>ArrayList</a:t>
            </a:r>
            <a:r>
              <a:rPr lang="en-US" sz="2200" dirty="0">
                <a:cs typeface="Arial" panose="020B0604020202020204" pitchFamily="34" charset="0"/>
              </a:rPr>
              <a:t>();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</a:t>
            </a:r>
            <a:r>
              <a:rPr lang="en-US" sz="2200" dirty="0" err="1">
                <a:cs typeface="Arial" panose="020B0604020202020204" pitchFamily="34" charset="0"/>
              </a:rPr>
              <a:t>list.add</a:t>
            </a:r>
            <a:r>
              <a:rPr lang="en-US" sz="2200" dirty="0">
                <a:cs typeface="Arial" panose="020B0604020202020204" pitchFamily="34" charset="0"/>
              </a:rPr>
              <a:t>("</a:t>
            </a:r>
            <a:r>
              <a:rPr lang="en-US" sz="2200" dirty="0" err="1">
                <a:cs typeface="Arial" panose="020B0604020202020204" pitchFamily="34" charset="0"/>
              </a:rPr>
              <a:t>sonoo</a:t>
            </a:r>
            <a:r>
              <a:rPr lang="en-US" sz="2200" dirty="0">
                <a:cs typeface="Arial" panose="020B0604020202020204" pitchFamily="34" charset="0"/>
              </a:rPr>
              <a:t>");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</a:t>
            </a:r>
            <a:r>
              <a:rPr lang="en-US" sz="2200" dirty="0" err="1">
                <a:cs typeface="Arial" panose="020B0604020202020204" pitchFamily="34" charset="0"/>
              </a:rPr>
              <a:t>list.add</a:t>
            </a:r>
            <a:r>
              <a:rPr lang="en-US" sz="2200" dirty="0">
                <a:cs typeface="Arial" panose="020B0604020202020204" pitchFamily="34" charset="0"/>
              </a:rPr>
              <a:t>("</a:t>
            </a:r>
            <a:r>
              <a:rPr lang="en-US" sz="2200" dirty="0" err="1">
                <a:cs typeface="Arial" panose="020B0604020202020204" pitchFamily="34" charset="0"/>
              </a:rPr>
              <a:t>vimal</a:t>
            </a:r>
            <a:r>
              <a:rPr lang="en-US" sz="2200" dirty="0">
                <a:cs typeface="Arial" panose="020B0604020202020204" pitchFamily="34" charset="0"/>
              </a:rPr>
              <a:t>");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</a:t>
            </a:r>
            <a:r>
              <a:rPr lang="en-US" sz="2200" dirty="0" err="1">
                <a:cs typeface="Arial" panose="020B0604020202020204" pitchFamily="34" charset="0"/>
              </a:rPr>
              <a:t>list.add</a:t>
            </a:r>
            <a:r>
              <a:rPr lang="en-US" sz="2200" dirty="0">
                <a:cs typeface="Arial" panose="020B0604020202020204" pitchFamily="34" charset="0"/>
              </a:rPr>
              <a:t>("ratan");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	</a:t>
            </a:r>
            <a:r>
              <a:rPr lang="en-US" sz="2200" b="1" dirty="0">
                <a:cs typeface="Arial" panose="020B0604020202020204" pitchFamily="34" charset="0"/>
              </a:rPr>
              <a:t>for</a:t>
            </a:r>
            <a:r>
              <a:rPr lang="en-US" sz="2200" dirty="0">
                <a:cs typeface="Arial" panose="020B0604020202020204" pitchFamily="34" charset="0"/>
              </a:rPr>
              <a:t>(Object </a:t>
            </a:r>
            <a:r>
              <a:rPr lang="en-US" sz="2200" dirty="0" err="1">
                <a:cs typeface="Arial" panose="020B0604020202020204" pitchFamily="34" charset="0"/>
              </a:rPr>
              <a:t>obj:list</a:t>
            </a:r>
            <a:r>
              <a:rPr lang="en-US" sz="2200" dirty="0">
                <a:cs typeface="Arial" panose="020B0604020202020204" pitchFamily="34" charset="0"/>
              </a:rPr>
              <a:t>)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			</a:t>
            </a:r>
            <a:r>
              <a:rPr lang="en-US" sz="2200" dirty="0" err="1">
                <a:cs typeface="Arial" panose="020B0604020202020204" pitchFamily="34" charset="0"/>
              </a:rPr>
              <a:t>System.out.println</a:t>
            </a:r>
            <a:r>
              <a:rPr lang="en-US" sz="2200" dirty="0">
                <a:cs typeface="Arial" panose="020B0604020202020204" pitchFamily="34" charset="0"/>
              </a:rPr>
              <a:t>(obj);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  	}​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r>
              <a:rPr lang="en-US" sz="2200" dirty="0">
                <a:cs typeface="Arial" panose="020B0604020202020204" pitchFamily="34" charset="0"/>
              </a:rPr>
              <a:t>}  ​</a:t>
            </a:r>
            <a:endParaRPr lang="en-US" sz="2200" dirty="0">
              <a:ea typeface="Calibri"/>
              <a:cs typeface="Arial" panose="020B0604020202020204" pitchFamily="34" charset="0"/>
            </a:endParaRPr>
          </a:p>
          <a:p>
            <a:endParaRPr lang="en-US" sz="2200" dirty="0">
              <a:ea typeface="Calibri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D549BA-BCDA-C545-6552-298AEFA0AD21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6313B2-588B-B37E-6B30-91334EF4B2E8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612E5C-3922-13BD-941C-7B3CA6C0E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802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7667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@Deprecated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8" y="476672"/>
            <a:ext cx="11881320" cy="5063664"/>
          </a:xfrm>
        </p:spPr>
        <p:txBody>
          <a:bodyPr/>
          <a:lstStyle/>
          <a:p>
            <a:pPr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@Deprecated </a:t>
            </a:r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that this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deprecated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compiler prints warning. It informs user that it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removed in the future versions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So, it is better not to use such methods.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F1A09-E02E-7FEF-B2E9-BF438AD8192E}"/>
              </a:ext>
            </a:extLst>
          </p:cNvPr>
          <p:cNvSpPr txBox="1"/>
          <p:nvPr/>
        </p:nvSpPr>
        <p:spPr>
          <a:xfrm>
            <a:off x="2855640" y="1412776"/>
            <a:ext cx="819923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cs typeface="Arial" panose="020B0604020202020204" pitchFamily="34" charset="0"/>
              </a:rPr>
              <a:t>class</a:t>
            </a:r>
            <a:r>
              <a:rPr lang="en-US" sz="2200" dirty="0">
                <a:cs typeface="Arial" panose="020B0604020202020204" pitchFamily="34" charset="0"/>
              </a:rPr>
              <a:t> A{  ​</a:t>
            </a:r>
          </a:p>
          <a:p>
            <a:r>
              <a:rPr lang="en-US" sz="2200" b="1" dirty="0">
                <a:cs typeface="Arial" panose="020B0604020202020204" pitchFamily="34" charset="0"/>
              </a:rPr>
              <a:t>	void</a:t>
            </a:r>
            <a:r>
              <a:rPr lang="en-US" sz="2200" dirty="0">
                <a:cs typeface="Arial" panose="020B0604020202020204" pitchFamily="34" charset="0"/>
              </a:rPr>
              <a:t> m(){ </a:t>
            </a:r>
          </a:p>
          <a:p>
            <a:r>
              <a:rPr lang="en-US" sz="2200" dirty="0">
                <a:cs typeface="Arial" panose="020B0604020202020204" pitchFamily="34" charset="0"/>
              </a:rPr>
              <a:t>  		</a:t>
            </a:r>
            <a:r>
              <a:rPr lang="en-US" sz="2200" dirty="0" err="1">
                <a:cs typeface="Arial" panose="020B0604020202020204" pitchFamily="34" charset="0"/>
              </a:rPr>
              <a:t>System.out.println</a:t>
            </a:r>
            <a:r>
              <a:rPr lang="en-US" sz="2200" dirty="0">
                <a:cs typeface="Arial" panose="020B0604020202020204" pitchFamily="34" charset="0"/>
              </a:rPr>
              <a:t>("hello m"); </a:t>
            </a:r>
          </a:p>
          <a:p>
            <a:r>
              <a:rPr lang="en-US" sz="2200" dirty="0">
                <a:cs typeface="Arial" panose="020B0604020202020204" pitchFamily="34" charset="0"/>
              </a:rPr>
              <a:t>	}    ​</a:t>
            </a:r>
          </a:p>
          <a:p>
            <a:r>
              <a:rPr lang="en-US" sz="2200" dirty="0">
                <a:cs typeface="Arial" panose="020B0604020202020204" pitchFamily="34" charset="0"/>
              </a:rPr>
              <a:t>	@Deprecated  ​</a:t>
            </a:r>
          </a:p>
          <a:p>
            <a:r>
              <a:rPr lang="en-US" sz="2200" b="1" dirty="0">
                <a:cs typeface="Arial" panose="020B0604020202020204" pitchFamily="34" charset="0"/>
              </a:rPr>
              <a:t>	void</a:t>
            </a:r>
            <a:r>
              <a:rPr lang="en-US" sz="2200" dirty="0">
                <a:cs typeface="Arial" panose="020B0604020202020204" pitchFamily="34" charset="0"/>
              </a:rPr>
              <a:t> n(){</a:t>
            </a:r>
          </a:p>
          <a:p>
            <a:r>
              <a:rPr lang="en-US" sz="2200" dirty="0">
                <a:cs typeface="Arial" panose="020B0604020202020204" pitchFamily="34" charset="0"/>
              </a:rPr>
              <a:t>		</a:t>
            </a:r>
            <a:r>
              <a:rPr lang="en-US" sz="2200" dirty="0" err="1">
                <a:cs typeface="Arial" panose="020B0604020202020204" pitchFamily="34" charset="0"/>
              </a:rPr>
              <a:t>System.out.println</a:t>
            </a:r>
            <a:r>
              <a:rPr lang="en-US" sz="2200" dirty="0">
                <a:cs typeface="Arial" panose="020B0604020202020204" pitchFamily="34" charset="0"/>
              </a:rPr>
              <a:t>("hello n");</a:t>
            </a:r>
          </a:p>
          <a:p>
            <a:r>
              <a:rPr lang="en-US" sz="2200" dirty="0">
                <a:cs typeface="Arial" panose="020B0604020202020204" pitchFamily="34" charset="0"/>
              </a:rPr>
              <a:t>	}  ​       }  ​</a:t>
            </a:r>
          </a:p>
          <a:p>
            <a:r>
              <a:rPr lang="en-US" sz="2200" dirty="0">
                <a:cs typeface="Arial" panose="020B0604020202020204" pitchFamily="34" charset="0"/>
              </a:rPr>
              <a:t>  ​</a:t>
            </a:r>
          </a:p>
          <a:p>
            <a:r>
              <a:rPr lang="en-US" sz="2200" b="1" dirty="0">
                <a:cs typeface="Arial" panose="020B0604020202020204" pitchFamily="34" charset="0"/>
              </a:rPr>
              <a:t>class</a:t>
            </a:r>
            <a:r>
              <a:rPr lang="en-US" sz="2200" dirty="0">
                <a:cs typeface="Arial" panose="020B0604020202020204" pitchFamily="34" charset="0"/>
              </a:rPr>
              <a:t> TestAnnotation3{  ​</a:t>
            </a:r>
          </a:p>
          <a:p>
            <a:r>
              <a:rPr lang="en-US" sz="2200" b="1" dirty="0">
                <a:cs typeface="Arial" panose="020B0604020202020204" pitchFamily="34" charset="0"/>
              </a:rPr>
              <a:t>	public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b="1" dirty="0">
                <a:cs typeface="Arial" panose="020B0604020202020204" pitchFamily="34" charset="0"/>
              </a:rPr>
              <a:t>static</a:t>
            </a:r>
            <a:r>
              <a:rPr lang="en-US" sz="2200" dirty="0">
                <a:cs typeface="Arial" panose="020B0604020202020204" pitchFamily="34" charset="0"/>
              </a:rPr>
              <a:t> </a:t>
            </a:r>
            <a:r>
              <a:rPr lang="en-US" sz="2200" b="1" dirty="0">
                <a:cs typeface="Arial" panose="020B0604020202020204" pitchFamily="34" charset="0"/>
              </a:rPr>
              <a:t>void</a:t>
            </a:r>
            <a:r>
              <a:rPr lang="en-US" sz="2200" dirty="0">
                <a:cs typeface="Arial" panose="020B0604020202020204" pitchFamily="34" charset="0"/>
              </a:rPr>
              <a:t> main(String </a:t>
            </a:r>
            <a:r>
              <a:rPr lang="en-US" sz="2200" dirty="0" err="1">
                <a:cs typeface="Arial" panose="020B0604020202020204" pitchFamily="34" charset="0"/>
              </a:rPr>
              <a:t>args</a:t>
            </a:r>
            <a:r>
              <a:rPr lang="en-US" sz="2200" dirty="0">
                <a:cs typeface="Arial" panose="020B0604020202020204" pitchFamily="34" charset="0"/>
              </a:rPr>
              <a:t>[]){  ​</a:t>
            </a:r>
          </a:p>
          <a:p>
            <a:r>
              <a:rPr lang="en-US" sz="2200" dirty="0">
                <a:cs typeface="Arial" panose="020B0604020202020204" pitchFamily="34" charset="0"/>
              </a:rPr>
              <a:t> 		A a=</a:t>
            </a:r>
            <a:r>
              <a:rPr lang="en-US" sz="2200" b="1" dirty="0">
                <a:cs typeface="Arial" panose="020B0604020202020204" pitchFamily="34" charset="0"/>
              </a:rPr>
              <a:t>new</a:t>
            </a:r>
            <a:r>
              <a:rPr lang="en-US" sz="2200" dirty="0">
                <a:cs typeface="Arial" panose="020B0604020202020204" pitchFamily="34" charset="0"/>
              </a:rPr>
              <a:t> A();  ​</a:t>
            </a:r>
          </a:p>
          <a:p>
            <a:r>
              <a:rPr lang="en-US" sz="2200" dirty="0">
                <a:cs typeface="Arial" panose="020B0604020202020204" pitchFamily="34" charset="0"/>
              </a:rPr>
              <a:t>		</a:t>
            </a:r>
            <a:r>
              <a:rPr lang="en-US" sz="2200" dirty="0" err="1">
                <a:cs typeface="Arial" panose="020B0604020202020204" pitchFamily="34" charset="0"/>
              </a:rPr>
              <a:t>a.n</a:t>
            </a:r>
            <a:r>
              <a:rPr lang="en-US" sz="2200" dirty="0">
                <a:cs typeface="Arial" panose="020B0604020202020204" pitchFamily="34" charset="0"/>
              </a:rPr>
              <a:t>();  ​</a:t>
            </a:r>
          </a:p>
          <a:p>
            <a:r>
              <a:rPr lang="en-US" sz="2200" dirty="0">
                <a:cs typeface="Arial" panose="020B0604020202020204" pitchFamily="34" charset="0"/>
              </a:rPr>
              <a:t>	}​        }  ​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95121A-606B-175D-203D-ACF135300AA5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4D301F-46C0-44D7-F669-0A4505C606CB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86273CD-2650-890F-5E6D-243BD10E0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235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535"/>
            <a:ext cx="10515600" cy="57915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Custom Annotations/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User-defined annotations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542799"/>
            <a:ext cx="11809312" cy="5262465"/>
          </a:xfrm>
        </p:spPr>
        <p:txBody>
          <a:bodyPr/>
          <a:lstStyle/>
          <a:p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create and use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element is used to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an 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example:</a:t>
            </a:r>
          </a:p>
          <a:p>
            <a:pPr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 </a:t>
            </a:r>
          </a:p>
          <a:p>
            <a:pPr>
              <a:buNone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few points that should be remembered by the programmer.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514350" indent="-514350">
              <a:buFont typeface=""/>
              <a:buAutoNum type="arabicPeriod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should not have any throws clauses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5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514350" indent="-514350">
              <a:buFont typeface=""/>
              <a:buAutoNum type="arabicPeriod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should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one of the following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data types, String, Class, </a:t>
            </a:r>
            <a:r>
              <a:rPr lang="en-GB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array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these data types.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514350" indent="-514350">
              <a:buFont typeface=""/>
              <a:buAutoNum type="arabicPeriod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should not have any parameter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514350" indent="-514350">
              <a:buFont typeface=""/>
              <a:buAutoNum type="arabicPeriod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should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@ just before interface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to define annotation.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514350" indent="-514350">
              <a:buFont typeface=""/>
              <a:buAutoNum type="arabicPeriod"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assign a default value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method.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EFC7E0-CAA9-727D-F3D1-D14725FF1EBF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10022A-A109-28FE-DF97-0158A933BADB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132DB7-5553-813D-2C9C-5E3C6DA57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047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Java Annotation Types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55440" y="116632"/>
            <a:ext cx="10153128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B7983CD-3507-E91B-7F18-16FD21226AE8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540124-B3ED-5457-E155-C0A47C015E70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6AC826-D1DC-893A-9E57-F5ED6C09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98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5"/>
            <a:ext cx="10515600" cy="47158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Marker Annotation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620688"/>
            <a:ext cx="11881320" cy="4891103"/>
          </a:xfrm>
        </p:spPr>
        <p:txBody>
          <a:bodyPr/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annotation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has no method.</a:t>
            </a: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  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@Override and @Deprecated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marker annotations.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D645-5722-133A-2DE4-9E1B5434D242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ED9573-9A98-86B0-E726-AD7FCDFC4038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B3A670-3DD3-9DFB-32BD-CC0C9272D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735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5"/>
            <a:ext cx="10515600" cy="47158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Single-Value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462773"/>
            <a:ext cx="11953328" cy="4819665"/>
          </a:xfrm>
        </p:spPr>
        <p:txBody>
          <a:bodyPr/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annotation that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one method.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4">
              <a:buNone/>
            </a:pP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value();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provide the default value also. For example: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4">
              <a:buNone/>
            </a:pP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value() 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0;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4">
              <a:buNone/>
            </a:pP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apply Single-Value Annotation</a:t>
            </a:r>
          </a:p>
          <a:p>
            <a:pPr marL="0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(value=10)  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can be anything.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E93AC9-E2F9-848F-AD06-08A0A78AFD14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65087C-3F49-92C6-EBDB-F0FD02EC3119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92E3D0-7064-01D8-C17F-7C8F84932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428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7667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Multi-Value Annotation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476673"/>
            <a:ext cx="11953328" cy="4962541"/>
          </a:xfrm>
        </p:spPr>
        <p:txBody>
          <a:bodyPr/>
          <a:lstStyle/>
          <a:p>
            <a:pPr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annotation that has more than one method, is called Multi-Value annotation. 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  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value1();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 value2();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String value3();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provide the default value also. For example: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  </a:t>
            </a:r>
          </a:p>
          <a:p>
            <a:pPr lvl="4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value1() 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String value2() 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"";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String value3() 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"xyz";  </a:t>
            </a:r>
          </a:p>
          <a:p>
            <a:pPr lvl="4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C8FB1F-A23B-320F-FD06-7401363E75F1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E77BD7-2A2A-8C7F-FCDE-B27A4C48FAAB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29C6C3-4ECE-A70A-73E8-DE5E363A8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79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6"/>
            <a:ext cx="10515600" cy="47158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Annotations used in custom annotations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476672"/>
            <a:ext cx="10515600" cy="4819665"/>
          </a:xfrm>
        </p:spPr>
        <p:txBody>
          <a:bodyPr/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@Retention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@Inherited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@Documented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None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D75A3F-FADF-9012-D8CE-40490860D816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5B639A-F671-39FF-B35C-7CF7A80AB50C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F45B19-C9FA-CCF6-70FF-9ADD3D64B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565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24"/>
            <a:ext cx="10515600" cy="52703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540661"/>
            <a:ext cx="11881320" cy="1592195"/>
          </a:xfrm>
        </p:spPr>
        <p:txBody>
          <a:bodyPr/>
          <a:lstStyle/>
          <a:p>
            <a:pPr algn="just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tag is used to specify at which type, the annotation is used.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java.lang.annotation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declares many constants to specify the type of element where annotation is to be applied such as TYPE, METHOD, FIELD etc. Let's see the constants of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 algn="just">
              <a:buNone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350394"/>
              </p:ext>
            </p:extLst>
          </p:nvPr>
        </p:nvGraphicFramePr>
        <p:xfrm>
          <a:off x="1631504" y="2132856"/>
          <a:ext cx="9145016" cy="4006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754">
                <a:tc>
                  <a:txBody>
                    <a:bodyPr/>
                    <a:lstStyle/>
                    <a:p>
                      <a:pPr algn="l" fontAlgn="t"/>
                      <a:r>
                        <a:rPr lang="en-US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 Types</a:t>
                      </a: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the annotation can be applied</a:t>
                      </a: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class, interface or enumeration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CONSTRUCTOR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constructors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LOCAL_VARIABLE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variables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531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ANNOTATION_TYPE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 type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2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2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42F15A0-C915-B3DB-F867-AAB2ACB95602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EE927C-F41E-C609-D652-51C7EB59EBC0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6CB2BDC-F494-8973-D3D6-F043DC882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554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6"/>
            <a:ext cx="10515600" cy="47158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404664"/>
            <a:ext cx="11809312" cy="5033979"/>
          </a:xfrm>
        </p:spPr>
        <p:txBody>
          <a:bodyPr/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to specify </a:t>
            </a:r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class</a:t>
            </a:r>
          </a:p>
          <a:p>
            <a:pPr lvl="2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@Target(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ElementType.TYPE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 </a:t>
            </a:r>
          </a:p>
          <a:p>
            <a:pPr lvl="2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2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value1();  </a:t>
            </a:r>
          </a:p>
          <a:p>
            <a:pPr lvl="2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String value2();  </a:t>
            </a:r>
          </a:p>
          <a:p>
            <a:pPr lvl="2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to specify annotation for a class, methods or fields</a:t>
            </a:r>
          </a:p>
          <a:p>
            <a:pPr lvl="2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@Target({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ElementType.TYPE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ElementType.FIELD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ElementType.METHOD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  </a:t>
            </a:r>
          </a:p>
          <a:p>
            <a:pPr lvl="2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MyAnnotation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lvl="2">
              <a:buNone/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value1();  </a:t>
            </a:r>
          </a:p>
          <a:p>
            <a:pPr lvl="2">
              <a:spcBef>
                <a:spcPts val="0"/>
              </a:spcBef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String value2();  </a:t>
            </a:r>
          </a:p>
          <a:p>
            <a:pPr lvl="2">
              <a:spcBef>
                <a:spcPts val="0"/>
              </a:spcBef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E4D086-7C54-CB0C-D296-5673B8B3C83C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EE921B-1442-0508-381B-B432D07F2ADC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F35FFB-99B2-7EB0-BEF0-85EC39377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120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04351"/>
            <a:ext cx="10515600" cy="84929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571E56-6866-FA35-13BD-36C3EB935FEE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3DC1DC-B7A1-1519-8EDD-25C809B987E6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AA4EEE-828A-8F7E-3559-FF478A1F7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705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7"/>
            <a:ext cx="10515600" cy="50239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02" y="537559"/>
            <a:ext cx="11997362" cy="5033979"/>
          </a:xfrm>
        </p:spPr>
        <p:txBody>
          <a:bodyPr/>
          <a:lstStyle/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 is a new and important feature of Java which was included in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 8.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concise way to represent one method interface using an expression. 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iterate, filter and extract data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collection.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Lambda expression is used to provide the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an interface which has functional interface.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saves a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 of code. 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lambda expression, we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need to define the method again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providing the implementation</a:t>
            </a:r>
            <a:r>
              <a:rPr lang="en-GB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571E56-6866-FA35-13BD-36C3EB935FEE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3DC1DC-B7A1-1519-8EDD-25C809B987E6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AA4EEE-828A-8F7E-3559-FF478A1F7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128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5"/>
            <a:ext cx="10515600" cy="39957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Interface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02" y="454199"/>
            <a:ext cx="11997362" cy="51054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 provides implementation of </a:t>
            </a:r>
            <a:r>
              <a:rPr lang="en-GB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interface which has only one abstract method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functional interface. 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an annotation @</a:t>
            </a:r>
            <a:r>
              <a:rPr lang="en-GB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FunctionalInterface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used to declare an interface as functional interface.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F2AEBB-A2E3-213C-A72F-6B73C21E719E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B2CEBB-D1E9-24D9-D11E-C146958A5E19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75EE5B-2E7F-06BC-F5AB-96A2EAA75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523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6"/>
            <a:ext cx="10515600" cy="39957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- Lambda Expression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50" y="620688"/>
            <a:ext cx="11891606" cy="4676789"/>
          </a:xfrm>
        </p:spPr>
        <p:txBody>
          <a:bodyPr/>
          <a:lstStyle/>
          <a:p>
            <a:pPr algn="just"/>
            <a:r>
              <a:rPr lang="en-GB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Lambda Expression Syntax  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>
              <a:buNone/>
            </a:pPr>
            <a:r>
              <a:rPr lang="en-GB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GB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(argument-list) -&gt; {body}  </a:t>
            </a:r>
          </a:p>
          <a:p>
            <a:pPr algn="just"/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lambda expression is consisted of three components.</a:t>
            </a:r>
          </a:p>
          <a:p>
            <a:pPr algn="just"/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Argument-list: 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empty or non-empty as well.</a:t>
            </a:r>
          </a:p>
          <a:p>
            <a:pPr algn="just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Arrow-token: 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link arguments-list and body of expression.</a:t>
            </a:r>
          </a:p>
          <a:p>
            <a:pPr algn="just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Body: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contains expressions and statements for lambda expression.</a:t>
            </a:r>
          </a:p>
          <a:p>
            <a:pPr marL="457200" indent="-457200">
              <a:buFont typeface="+mj-lt"/>
              <a:buAutoNum type="arabicPeriod"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F3017A-DB74-7CB5-3E5A-C98885C5D88A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36442E-81C6-58DD-B33E-C6F3237A5475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149CC60-5CDF-063A-3CF0-F199A7950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754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5"/>
            <a:ext cx="10515600" cy="39957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Syntax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1344" y="460009"/>
            <a:ext cx="10515600" cy="4819665"/>
          </a:xfrm>
        </p:spPr>
        <p:txBody>
          <a:bodyPr/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Parameter Syntax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-&gt; {  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//Body of no parameter lambda  </a:t>
            </a:r>
          </a:p>
          <a:p>
            <a:pPr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marL="2584450" lvl="2" indent="-225425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Parameter Syntax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84450" lvl="2" indent="-225425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(p1) -&gt; {  </a:t>
            </a:r>
          </a:p>
          <a:p>
            <a:pPr marL="2584450" lvl="2" indent="-225425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//Body of single parameter lambda  </a:t>
            </a:r>
          </a:p>
          <a:p>
            <a:pPr marL="2584450" lvl="2" indent="-225425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marL="5518150" lvl="4" indent="-236538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Parameter Syntax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18150" lvl="4" indent="-236538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(p1,p2) -&gt; {  </a:t>
            </a:r>
          </a:p>
          <a:p>
            <a:pPr marL="5518150" lvl="4" indent="-236538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//Body of multiple parameter lambda  </a:t>
            </a:r>
          </a:p>
          <a:p>
            <a:pPr marL="5518150" lvl="4" indent="-236538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2E92C-EC67-AC82-0AE1-CC071E473533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A9A76C-D7BA-A1E4-EC08-36F199B207F9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71EBE53-3505-AD9C-2613-3B25EC41A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462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625952" cy="543595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Without Lambda Expression</a:t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543595"/>
            <a:ext cx="10441160" cy="396026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Drawing implements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@Override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ublic void draw() 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width=10;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("Drawing "+width);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LambdaExpressionExample1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d=new Drawing();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     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d.draw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22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1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625952" cy="543595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Without Lambda Expression</a:t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548859"/>
            <a:ext cx="10441160" cy="396026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LambdaExpressionExample1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width=10;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     //without lambda,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implementation using anonymous class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d=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(){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draw(){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System.out.println("Drawing "+width);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d.draw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23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16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" y="42863"/>
            <a:ext cx="7750750" cy="721842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</a:t>
            </a: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749581"/>
            <a:ext cx="6336704" cy="4407611"/>
          </a:xfrm>
        </p:spPr>
        <p:txBody>
          <a:bodyPr/>
          <a:lstStyle/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//It is optional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LambdaExpressionExample2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width=10;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//with lambda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d2=()-&gt;{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("Drawing "+width);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d2.draw();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24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48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74" y="19653"/>
            <a:ext cx="10532821" cy="529027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No Parameter</a:t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25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95400" y="553761"/>
            <a:ext cx="10515600" cy="4748227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String say();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LambdaExpressionExample3{  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s=()-&gt;{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"I have nothing to say.";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};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s.say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16633"/>
            <a:ext cx="11017224" cy="504055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Single Parameter</a:t>
            </a: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26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620688"/>
            <a:ext cx="10515600" cy="489110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String say(String name);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LambdaExpressionExample4{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// Lambda expression with single parameter.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s1=(name)-&gt;{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"Hello, "+name;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(s1.say("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Sonoo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"));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You can omit function parentheses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s2= name -&gt;{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"Hello, "+name;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(s2.say("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Sonoo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"));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96630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16632"/>
            <a:ext cx="10658400" cy="455596"/>
          </a:xfrm>
        </p:spPr>
        <p:txBody>
          <a:bodyPr/>
          <a:lstStyle/>
          <a:p>
            <a:r>
              <a:rPr lang="fr-FR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</a:t>
            </a:r>
            <a:r>
              <a:rPr lang="fr-FR" sz="32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fr-FR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Multiple </a:t>
            </a:r>
            <a:r>
              <a:rPr lang="fr-FR" sz="32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Parameters</a:t>
            </a:r>
            <a:endParaRPr lang="fr-FR" sz="32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692697"/>
            <a:ext cx="10513168" cy="475252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 Addable{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add(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a,int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b);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 class LambdaExpressionExample5{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public static void main(String[]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Multiple parameters in lambda expression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Addable ad1=(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)-&gt;(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a+b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);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(ad1.add(10,20));          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Multiple parameters with data type in lambda expression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Addable ad2=(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a,int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b)-&gt;(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a+b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);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(ad2.add(100,200));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27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13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16633"/>
            <a:ext cx="11521280" cy="576063"/>
          </a:xfrm>
        </p:spPr>
        <p:txBody>
          <a:bodyPr/>
          <a:lstStyle/>
          <a:p>
            <a: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with or without return keyword</a:t>
            </a:r>
            <a:b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76" y="692696"/>
            <a:ext cx="10515600" cy="5176855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Addable{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add(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b);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LambdaExpressionExample6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Lambda expression without return keyword.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Addable ad1=(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a,b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)-&gt;(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a+b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(ad1.add(10,20));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Lambda expression with return keyword. 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Addable ad2=(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a,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b)-&gt;{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      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a+b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);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      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(ad2.add(100,200));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28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09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66" y="19835"/>
            <a:ext cx="10389114" cy="600853"/>
          </a:xfrm>
        </p:spPr>
        <p:txBody>
          <a:bodyPr/>
          <a:lstStyle/>
          <a:p>
            <a: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</a:t>
            </a:r>
            <a:r>
              <a:rPr lang="en-GB" sz="36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oreach Loop</a:t>
            </a:r>
            <a:br>
              <a:rPr lang="en-GB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6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650195"/>
            <a:ext cx="10515600" cy="4962541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.*;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LambdaExpressionExample7{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List&lt;String&gt; list=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&lt;String&gt;();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ankit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");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mayank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");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irfan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");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("jai");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list.forEach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(n)-&gt;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(n)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);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endParaRPr lang="en-GB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29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7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685"/>
            <a:ext cx="10488488" cy="516995"/>
          </a:xfrm>
        </p:spPr>
        <p:txBody>
          <a:bodyPr/>
          <a:lstStyle/>
          <a:p>
            <a:r>
              <a:rPr lang="fr-FR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</a:t>
            </a:r>
            <a:r>
              <a:rPr lang="fr-FR" sz="32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fr-FR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Multiple </a:t>
            </a:r>
            <a:r>
              <a:rPr lang="fr-FR" sz="32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Statements</a:t>
            </a:r>
            <a:endParaRPr lang="fr-FR" sz="32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620688"/>
            <a:ext cx="10515600" cy="4819665"/>
          </a:xfrm>
        </p:spPr>
        <p:txBody>
          <a:bodyPr/>
          <a:lstStyle/>
          <a:p>
            <a:pPr algn="just">
              <a:spcBef>
                <a:spcPts val="0"/>
              </a:spcBef>
              <a:buNone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FunctionalInterface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String say(String message);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LambdaExpressionExample8{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 You can pass multiple statements in lambda expression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Sayable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person = (message)-&gt;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String str1 = "I would like to say, ";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String str2 = str1 + message;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str2;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person.say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("time is precious."));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30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05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840416" cy="548680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Creating Thread</a:t>
            </a:r>
            <a:b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2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548681"/>
            <a:ext cx="7272808" cy="479502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LambdaExpressionExample9{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//Thread Example without lambda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Runnable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r1=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Runnable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(){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run(){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("Thread1 is running...");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Thread t1=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Thread(r1);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t1.start();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//Thread Example with lambda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Runnable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r2=()-&gt;{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("Thread2 is running...");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};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Thread t2=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Thread(r2);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t2.start();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31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89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2" y="116632"/>
            <a:ext cx="9218240" cy="399579"/>
          </a:xfrm>
        </p:spPr>
        <p:txBody>
          <a:bodyPr/>
          <a:lstStyle/>
          <a:p>
            <a: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Java Lambda Expression Example: Comparator</a:t>
            </a:r>
            <a:b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2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546081"/>
            <a:ext cx="5400600" cy="4827135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java.util.ArrayList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java.util.Collections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java.util.List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Product{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18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id;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String name;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float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price;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Product(</a:t>
            </a:r>
            <a:r>
              <a:rPr lang="en-US" sz="18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id, String name,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float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price) 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this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.id = id;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this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.name = name;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this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.price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= price;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LambdaExpressionExample10{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List&lt;Product&gt; list=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&lt;Product&gt;();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32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79976" y="538709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//Adding Products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list.add(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Product(1,"HP Laptop",25000f));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list.add(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Product(3,"Keyboard",300f));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list.add(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Product(2,"Dell Mouse",150f));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System.out.println("Sorting on the basis of name...");  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// implementing lambda expression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Collections.sort(list,(p1,p2)-&gt;{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p1.name.compareTo(p2.name);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});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(Product p:list){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    System.out.println(p.id+" "+p.name+" "+p.price);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    }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0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93206"/>
            <a:ext cx="10515600" cy="47158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B03E6C-6567-8470-F75B-A0807769ED44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738FBB-4017-074D-22BC-20CBE1CF9500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76DB0E-4F9B-1102-C627-0E06DF873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03"/>
            <a:ext cx="3241576" cy="543595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Generics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908720"/>
            <a:ext cx="10874424" cy="2808312"/>
          </a:xfrm>
        </p:spPr>
        <p:txBody>
          <a:bodyPr/>
          <a:lstStyle/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The 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Generics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programming is introduced in J2SE 5 to deal with type-safe objects. It makes the code stable by detecting the bugs at compile time.</a:t>
            </a:r>
          </a:p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Before generics, we can store any type of objects in the collection, i.e., non-generic. Now generics force the java programmer to store a specific type of objects.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34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85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835"/>
            <a:ext cx="6985992" cy="543595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Advantage of Java Generics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908720"/>
            <a:ext cx="11233248" cy="3528392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Type-safety: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We can hold only a single type of objects in generics. It does not allow to store other objects.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 casting is not required: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There is no need to typecast an object.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Compile-Time Checking: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It is checked at compile time so problem will not occur at runtime. The good programming strategy says it is far better to handle the problem at compile time than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35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66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3" y="-16260"/>
            <a:ext cx="3313584" cy="543595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Safety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692696"/>
            <a:ext cx="10515600" cy="4819665"/>
          </a:xfrm>
        </p:spPr>
        <p:txBody>
          <a:bodyPr/>
          <a:lstStyle/>
          <a:p>
            <a:pPr algn="just"/>
            <a:r>
              <a:rPr lang="en-GB" sz="2400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Generics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 we can store any type of objects.</a:t>
            </a:r>
          </a:p>
          <a:p>
            <a:pPr algn="just"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List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= </a:t>
            </a: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  </a:t>
            </a:r>
          </a:p>
          <a:p>
            <a:pPr algn="just">
              <a:buNone/>
            </a:pP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(10);  </a:t>
            </a:r>
          </a:p>
          <a:p>
            <a:pPr algn="just">
              <a:buNone/>
            </a:pP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("10");  </a:t>
            </a:r>
          </a:p>
          <a:p>
            <a:pPr algn="just"/>
            <a:r>
              <a:rPr lang="en-GB" sz="2400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With Generics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 it is required to specify the type of object we need to store.  </a:t>
            </a:r>
          </a:p>
          <a:p>
            <a:pPr algn="just"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List&lt;Integer&gt; list = </a:t>
            </a: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&lt;Integer&gt;();    </a:t>
            </a:r>
          </a:p>
          <a:p>
            <a:pPr algn="just">
              <a:buNone/>
            </a:pP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(10);  </a:t>
            </a:r>
          </a:p>
          <a:p>
            <a:pPr algn="just">
              <a:buNone/>
            </a:pP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("10");// compile-time error  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36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0" y="0"/>
            <a:ext cx="7418040" cy="543595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casting is not required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692697"/>
            <a:ext cx="8856984" cy="4536504"/>
          </a:xfrm>
        </p:spPr>
        <p:txBody>
          <a:bodyPr/>
          <a:lstStyle/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There is no need to typecast an object.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Before Generics, we need to type cast.</a:t>
            </a:r>
          </a:p>
          <a:p>
            <a:pPr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List 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= 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  </a:t>
            </a:r>
          </a:p>
          <a:p>
            <a:pPr>
              <a:buNone/>
            </a:pP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("hello");    </a:t>
            </a:r>
          </a:p>
          <a:p>
            <a:pPr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String s = (String) 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list.get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(0);//typecasting    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After Generics, we don't need to typecast the object.  </a:t>
            </a:r>
          </a:p>
          <a:p>
            <a:pPr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List&lt;String&gt; list = 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&lt;String&gt;();    </a:t>
            </a:r>
          </a:p>
          <a:p>
            <a:pPr>
              <a:buNone/>
            </a:pP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list.add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("hello");    </a:t>
            </a:r>
          </a:p>
          <a:p>
            <a:pPr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String s = 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list.get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(0);    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37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8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6" y="8855"/>
            <a:ext cx="3385592" cy="615603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Example1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624458"/>
            <a:ext cx="5904656" cy="473428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.*;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TestGenerics1{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 args[]){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ArrayList&lt;String&gt; list=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ArrayList&lt;String&gt;();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list.add("rahul");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list.add("jai");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//list.add(32);//compile time error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String s=list.get(1);//type casting is not required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System.out.println("element is: "+s);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Iterator&lt;String&gt; itr=list.iterator();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while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(itr.hasNext()){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System.out.println(itr.next());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38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4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5" y="31685"/>
            <a:ext cx="2737520" cy="687611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Example2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5640" y="116632"/>
            <a:ext cx="7992888" cy="5229984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.*;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TestGenerics2{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 args[]){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Map&lt;Integer, String&gt; map=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HashMap&lt;Integer,String&gt;();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map.put(1,"vijay");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map.put(4,"umesh");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map.put(2,"ankit");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//Now use Map.Entry for Set and Iterator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Set&lt;Map.Entry&lt;Integer,String&gt;&gt; set=map.entrySet();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Iterator&lt;Map.Entry&lt;Integer,String&gt;&gt; itr=set.iterator();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	while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(itr.hasNext()){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	Map.Entry e=itr.next();//no need to typecast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	System.out.println(e.getKey()+" "+e.getValue());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	}   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}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39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84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58971"/>
            <a:ext cx="4032448" cy="48971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Generic class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692696"/>
            <a:ext cx="11017224" cy="4661954"/>
          </a:xfrm>
        </p:spPr>
        <p:txBody>
          <a:bodyPr/>
          <a:lstStyle/>
          <a:p>
            <a:pPr algn="just"/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class that can refer to any type is known as a generic class. Here, we are using the T type parameter to create the generic class of specific type.</a:t>
            </a:r>
          </a:p>
          <a:p>
            <a:pPr algn="just"/>
            <a:r>
              <a:rPr lang="en-GB" sz="2400" b="1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Creating a generic class:</a:t>
            </a:r>
          </a:p>
          <a:p>
            <a:pPr algn="just">
              <a:buNone/>
            </a:pP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MyGen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&lt;T&gt;{  </a:t>
            </a:r>
          </a:p>
          <a:p>
            <a:pPr algn="just"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T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  </a:t>
            </a:r>
          </a:p>
          <a:p>
            <a:pPr algn="just">
              <a:buNone/>
            </a:pP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void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set(T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){</a:t>
            </a: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this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.obj=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;}  </a:t>
            </a:r>
          </a:p>
          <a:p>
            <a:pPr algn="just"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T get(){</a:t>
            </a:r>
            <a:r>
              <a:rPr lang="en-GB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obj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;}  </a:t>
            </a:r>
          </a:p>
          <a:p>
            <a:pPr algn="just">
              <a:buNone/>
            </a:pP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/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T type indicates that it can refer to any type (like String, Integer, and Employee). The type you specify for the class will be used to store and retrieve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40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4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3" y="0"/>
            <a:ext cx="5473824" cy="509777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generic class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692697"/>
            <a:ext cx="10369152" cy="4104456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TestGenerics3{  </a:t>
            </a:r>
          </a:p>
          <a:p>
            <a:pPr>
              <a:buNone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public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[]){  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MyGen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&lt;Integer&gt; m=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MyGen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&lt;Integer&gt;();  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m.add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(2);  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//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m.add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vivek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");//Compile time error  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m.get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());  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}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41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2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16632"/>
            <a:ext cx="3313584" cy="615603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 2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680" y="116632"/>
            <a:ext cx="6120680" cy="5231371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Pair&lt;K, V&gt;  {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private K key;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private V value;           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public void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setKey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(K key) {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this.key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= key;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}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public void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setValue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(V value) {  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this.value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= value;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}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 K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getKey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() {    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return key;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    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 V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getValue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() { 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return value; 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}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42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0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2"/>
            <a:ext cx="2737520" cy="615603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Contd...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908720"/>
            <a:ext cx="9793088" cy="396044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HelloWorld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{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public static void main(String[]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 {    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Pair&lt;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Integer,String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&gt; p = new Pair&lt;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Integer,String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&gt;();                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p.setKey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(1);    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p.setValue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abc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");           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p.getKey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 +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p.getValue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());    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}</a:t>
            </a:r>
          </a:p>
          <a:p>
            <a:pPr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43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2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74729"/>
            <a:ext cx="10515600" cy="777859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Parameters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852589"/>
            <a:ext cx="10585176" cy="3872556"/>
          </a:xfrm>
        </p:spPr>
        <p:txBody>
          <a:bodyPr/>
          <a:lstStyle/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The type parameters naming conventions are important to learn generics thoroughly. The common type parameters are as follows: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 - Type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E - Element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K - Key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N - Number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V - Value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44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75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0"/>
            <a:ext cx="4537720" cy="455596"/>
          </a:xfrm>
        </p:spPr>
        <p:txBody>
          <a:bodyPr/>
          <a:lstStyle/>
          <a:p>
            <a:pPr algn="just"/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Generic Method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836712"/>
            <a:ext cx="11161240" cy="3816424"/>
          </a:xfrm>
        </p:spPr>
        <p:txBody>
          <a:bodyPr/>
          <a:lstStyle/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Like the generic class, we can create a generic method that can accept any type of arguments. Here, the scope of arguments is limited to the method where it is declared. It allows static as well as non-static methods.</a:t>
            </a:r>
          </a:p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Let's see a simple example of java generic method to print array elements. We are using here 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 to denote the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45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17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0"/>
            <a:ext cx="6192688" cy="455596"/>
          </a:xfrm>
        </p:spPr>
        <p:txBody>
          <a:bodyPr/>
          <a:lstStyle/>
          <a:p>
            <a:pPr algn="just"/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Generic Method  </a:t>
            </a:r>
            <a:r>
              <a:rPr lang="en-US" sz="24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224" y="548681"/>
            <a:ext cx="7274024" cy="4752528"/>
          </a:xfrm>
        </p:spPr>
        <p:txBody>
          <a:bodyPr/>
          <a:lstStyle/>
          <a:p>
            <a:pPr algn="just">
              <a:spcBef>
                <a:spcPts val="0"/>
              </a:spcBef>
              <a:buNone/>
            </a:pP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TestGenerics4{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&lt; E &gt;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printArray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(E[] elements)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for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( E element : elements){       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(element 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 String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[] ) 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Integer[]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= { 10, 20, 30, 40, 50 };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Character[]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charArray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= { 'J', 'A', 'V', 'A', 'T','P','O','I','N','T' };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 "Printing Integer Array" 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printArray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);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 "Printing Character Array" 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printArray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 </a:t>
            </a:r>
            <a:r>
              <a:rPr 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charArray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);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} 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46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07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4" y="19653"/>
            <a:ext cx="7418040" cy="455596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Wildcard in Java Generics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692697"/>
            <a:ext cx="10369152" cy="3960439"/>
          </a:xfrm>
        </p:spPr>
        <p:txBody>
          <a:bodyPr/>
          <a:lstStyle/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The ? (question mark) symbol represents the wildcard element. It means any type. If we write &lt;? extends Number&gt;, it means any child class of Number, e.g., Integer, Float, and double. Now we can call the method of Number class through any child class object.</a:t>
            </a:r>
          </a:p>
          <a:p>
            <a:pPr algn="just"/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We can use a wildcard as a type of a parameter, field, return type, or local variable. However, it is not allowed to use a wildcard as a type argument for a generic method invocation, a generic class instance creation, or a supertype.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47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39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4" y="19652"/>
            <a:ext cx="3323982" cy="2041195"/>
          </a:xfrm>
        </p:spPr>
        <p:txBody>
          <a:bodyPr/>
          <a:lstStyle/>
          <a:p>
            <a:pPr algn="just"/>
            <a:r>
              <a:rPr lang="en-US" sz="32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Wildcard in Java Generics  </a:t>
            </a:r>
            <a:r>
              <a:rPr lang="en-US" sz="16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sz="32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5760" y="19652"/>
            <a:ext cx="8406502" cy="6408543"/>
          </a:xfrm>
        </p:spPr>
        <p:txBody>
          <a:bodyPr/>
          <a:lstStyle/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java.util.*;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abstract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Shape{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Rectangle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Shape{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draw(){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("drawing rectangle");}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Circle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Shape{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draw(){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("drawing circle");}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GenericTest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//creating a method that accepts only child class of Shape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 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drawShapes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(List&lt;?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Shape&gt; lists){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         for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(Shape s:lists)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s.draw();//calling method of Shape class by child class instance             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main(String args[]){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list1.add(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List&lt;Rectangle&gt; list1=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ArrayList&lt;Rectangle&gt;();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       Rectangle());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List&lt;Circle&gt; list2=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ArrayList&lt;Circle&gt;();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list2.add(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Circle());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list2.add(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 Circle());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drawShapes(list1);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drawShapes(list2);  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pPr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}  </a:t>
            </a:r>
          </a:p>
          <a:p>
            <a:pPr algn="just">
              <a:spcBef>
                <a:spcPts val="0"/>
              </a:spcBef>
              <a:buNone/>
            </a:pPr>
            <a:endParaRPr lang="en-US"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48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04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228"/>
            <a:ext cx="3097560" cy="615603"/>
          </a:xfrm>
        </p:spPr>
        <p:txBody>
          <a:bodyPr/>
          <a:lstStyle/>
          <a:p>
            <a:r>
              <a:rPr lang="en-GB" sz="4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endParaRPr lang="en-US" sz="4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7648" y="22255"/>
            <a:ext cx="7344816" cy="556698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import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java.util.ArrayList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UpperBoundWildcard {  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private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Double add(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&lt;?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extends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Number&gt; num) {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double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sum=0.0;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  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for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(Number n:num)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            sum = sum+n.doubleValue();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sum;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     }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   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public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void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main(String[]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) {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&lt;Integer&gt; l1=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&lt;Integer&gt;();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l1.add(10);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l1.add(20);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("displaying the sum= "+add(l1));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&lt;Double&gt; l2=</a:t>
            </a:r>
            <a:r>
              <a:rPr lang="en-US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new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ArrayList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&lt;Double&gt;();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l2.add(30.0);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l2.add(40.0);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</a:t>
            </a:r>
            <a:r>
              <a:rPr lang="en-US" sz="1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("displaying the sum= "+add(l2));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          }  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 }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latin typeface="Cambria" panose="02040503050406030204" pitchFamily="18" charset="0"/>
                <a:ea typeface="Cambria" panose="02040503050406030204" pitchFamily="18" charset="0"/>
              </a:rPr>
              <a:pPr>
                <a:defRPr/>
              </a:pPr>
              <a:t>49</a:t>
            </a:fld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52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325A-2F1D-9293-170F-100794B69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2935"/>
            <a:ext cx="9144000" cy="657027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in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(Not in Exam)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BE5D93-3D8D-5180-8710-6B8CFBE8732A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40EBFE2-F02C-06BB-BD01-85DE98818C8A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FBE350-67E3-DAC3-C3DF-04A299FA4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ABD290D-C5BE-D56D-022D-08DC1507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exactly is a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BA372-789C-37FD-E617-6D8E08C41A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547605"/>
            <a:ext cx="11881320" cy="4495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different things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as: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</a:p>
          <a:p>
            <a:pPr algn="just">
              <a:lnSpc>
                <a:spcPct val="150000"/>
              </a:lnSpc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different things with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names, types, parameters, values, expressions, 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programming,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in reflection all of this already exists.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E160B3-917D-9881-47DE-E0EF65700C33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1E0551-0032-8625-2553-1129C0A26DB6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72142D-3841-0F55-D6C6-7FEA60FD6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5401C7F-E75F-5A31-290B-4001CE99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2576"/>
            <a:ext cx="8153400" cy="3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vs Reflecting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70740-9FDA-E4DA-945B-85CBF321B8B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832" y="548680"/>
            <a:ext cx="11971832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reflection to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things that already exist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normally, are set.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unlike programming, we are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tied to specific names, types or views.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the ability to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change what things are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regardless of 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they were written!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specifically, we are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objects at runtime.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D02B9C-6BA0-38EA-40D2-38298DA371E3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0843B4-F6C0-4A76-2D1B-9DC2E1A7F6DD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862011-DE23-4868-F308-6A5734DEE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4BF8F95-58A9-ECD9-FC10-B601102E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2576"/>
            <a:ext cx="8153400" cy="46409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mean Runtime?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2F35-B29F-6BB9-95D5-E067AFC53A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944" y="512048"/>
            <a:ext cx="11820695" cy="5581247"/>
          </a:xfrm>
        </p:spPr>
        <p:txBody>
          <a:bodyPr/>
          <a:lstStyle/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a program something like this:</a:t>
            </a: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Write/Modify the class, methods, </a:t>
            </a: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it</a:t>
            </a: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it</a:t>
            </a: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any changes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to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recompile and rerun that class.</a:t>
            </a:r>
          </a:p>
          <a:p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reflection, we can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a class without ever recompiling it:</a:t>
            </a: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Write/Modify the class, methods, </a:t>
            </a: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it</a:t>
            </a:r>
          </a:p>
          <a:p>
            <a:pPr lvl="1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it</a:t>
            </a:r>
          </a:p>
          <a:p>
            <a:pPr lvl="1"/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the class here!</a:t>
            </a:r>
          </a:p>
          <a:p>
            <a:pPr lvl="1"/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</a:t>
            </a:r>
            <a:r>
              <a:rPr lang="en-US" altLang="en-US" sz="25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the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doing the modification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75C9C7-E693-0063-DC97-EB0C01616858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3ECE761-2992-10A9-FCF2-9783F2FE8CEF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30A05E-D23F-144A-07F4-F9136081C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8F94611-C524-3042-8576-1C3C9539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44624"/>
            <a:ext cx="8153400" cy="3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A63D1-1BF5-D3D0-4FB3-FCBF9BAE1D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02" y="497867"/>
            <a:ext cx="11997362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 uses of reflection:</a:t>
            </a:r>
          </a:p>
          <a:p>
            <a:pPr lvl="1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use classes unknown at compile time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have set methods.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programs by forcing specific states</a:t>
            </a:r>
          </a:p>
          <a:p>
            <a:pPr lvl="1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debuggers to inspect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programs</a:t>
            </a:r>
          </a:p>
          <a:p>
            <a:pPr lvl="1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things</a:t>
            </a:r>
          </a:p>
          <a:p>
            <a:pPr lvl="2">
              <a:lnSpc>
                <a:spcPct val="150000"/>
              </a:lnSpc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Hacking</a:t>
            </a:r>
          </a:p>
          <a:p>
            <a:pPr>
              <a:lnSpc>
                <a:spcPct val="150000"/>
              </a:lnSpc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B65BED-AAAC-45C9-7FFA-67E5299241F1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A9315E-203A-350B-B7FE-7AA08BD29129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7983E9-EB5B-D211-C7C8-E2A6CDCE6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8B4B803-0365-A2BD-0019-CDE6B781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2576"/>
            <a:ext cx="8153400" cy="3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D981-B812-5879-CE0E-66AA7987F2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548680"/>
            <a:ext cx="11881320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classes from classes with classes!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this we have a great set of classes in the following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7250" lvl="1" indent="-457200">
              <a:lnSpc>
                <a:spcPct val="150000"/>
              </a:lnSpc>
            </a:pPr>
            <a:r>
              <a:rPr lang="en-US" altLang="en-US" sz="2500" dirty="0" err="1">
                <a:latin typeface="Times New Roman" panose="02020603050405020304" pitchFamily="18" charset="0"/>
                <a:ea typeface="Anonymous Pro"/>
                <a:cs typeface="Times New Roman" panose="02020603050405020304" pitchFamily="18" charset="0"/>
              </a:rPr>
              <a:t>java.lang.reflect</a:t>
            </a:r>
            <a:r>
              <a:rPr lang="en-US" altLang="en-US" sz="2500" dirty="0">
                <a:latin typeface="Times New Roman" panose="02020603050405020304" pitchFamily="18" charset="0"/>
                <a:ea typeface="Anonymous Pro"/>
                <a:cs typeface="Times New Roman" panose="02020603050405020304" pitchFamily="18" charset="0"/>
              </a:rPr>
              <a:t>.*;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E429D8-1E28-60EA-F18C-4DF1ABD1DBDF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FF020F-1E7F-4B3D-E0D3-FA8C1513A544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3C1537-00C0-48E0-7556-FC5D6156C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BE3391B-4A55-6390-CFE6-01D284520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Java.lang.reflect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F727-4DE2-BFE1-C2E0-950D8487E1F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31" y="332656"/>
            <a:ext cx="11906508" cy="5503912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classes we will go over, (there are more):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708660" lvl="1" indent="-3429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a method for a class and gives access to it.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</a:p>
          <a:p>
            <a:pPr marL="708660" lvl="1" indent="-3429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a field for a class, its type, name, etc.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Constructor&lt;T&gt;</a:t>
            </a:r>
          </a:p>
          <a:p>
            <a:pPr marL="708660" lvl="1" indent="-34290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about constructors and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execute a constructor and get a new class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AccessibleObject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of an object,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 its view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public, private, protected, default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82880" indent="-274320" fontAlgn="auto">
              <a:lnSpc>
                <a:spcPct val="150000"/>
              </a:lnSpc>
              <a:spcAft>
                <a:spcPts val="0"/>
              </a:spcAft>
              <a:buFont typeface="Wingdings 2"/>
              <a:buChar char=""/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lvl="1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E238AD-03AF-3E10-F6ED-D071DC1AAE4B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1727F3-8A3B-A070-3AFB-5665E3B58292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05ED0B-4D55-B126-1FA0-48E3FAA39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6A1E4B3-A9D4-C69A-B4E1-A8304D12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B045-D116-E0FC-F6DF-DAB84B4007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584056"/>
            <a:ext cx="11953328" cy="5653255"/>
          </a:xfrm>
        </p:spPr>
        <p:txBody>
          <a:bodyPr>
            <a:normAutofit/>
          </a:bodyPr>
          <a:lstStyle/>
          <a:p>
            <a:pPr marL="320040" indent="-320040" fontAlgn="auto">
              <a:lnSpc>
                <a:spcPct val="15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start manipulating a class we must first get a hold of that class’s “blueprint”.</a:t>
            </a:r>
          </a:p>
          <a:p>
            <a:pPr marL="640080" lvl="1" indent="-274320" fontAlgn="auto">
              <a:lnSpc>
                <a:spcPct val="15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java.lang.Class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pPr marL="320040" indent="-320040" fontAlgn="auto">
              <a:lnSpc>
                <a:spcPct val="15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class is already loaded:</a:t>
            </a:r>
          </a:p>
          <a:p>
            <a:pPr marL="605790" lvl="1" indent="-285750" fontAlgn="auto">
              <a:lnSpc>
                <a:spcPct val="15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Class&lt;? </a:t>
            </a:r>
            <a:r>
              <a:rPr lang="en-US" sz="2500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Object&gt;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500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86F84D-4B6D-DB7B-54D5-FB8567168A03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4929C78-9616-6645-F1F1-50DCB2927EBD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C6FEF7-0D67-7864-2F14-8F383A58A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90C3-9E0D-1EBE-79B5-36C88F25A93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718" y="547605"/>
            <a:ext cx="11995945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is like the blueprint to the entire thing, it lists where everything is and how to get to it.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point out that this class has information that pertains to the structure of the class, not specific instance information, but hold that thought for a little later.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now lets look at how to get some information from the class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BB1003-2503-479D-9DC1-88E890E494F1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B52105-792F-A95C-9152-296BD702B825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F40186-99DC-23D6-D083-6817AA5AE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E0C3B91D-2525-05FF-6C77-ACFB43AE301E}"/>
              </a:ext>
            </a:extLst>
          </p:cNvPr>
          <p:cNvSpPr txBox="1">
            <a:spLocks/>
          </p:cNvSpPr>
          <p:nvPr/>
        </p:nvSpPr>
        <p:spPr bwMode="auto">
          <a:xfrm>
            <a:off x="2136775" y="15280"/>
            <a:ext cx="815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to implement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D92CD1B-79E1-80E3-1844-356EAFEB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Parts of the Class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5644D8B-5070-BF74-4B61-6B3036E4696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2036" y="584057"/>
            <a:ext cx="8153400" cy="4495800"/>
          </a:xfrm>
        </p:spPr>
        <p:txBody>
          <a:bodyPr/>
          <a:lstStyle/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</a:t>
            </a:r>
          </a:p>
          <a:p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6ED93A-50EF-F2B9-778B-1976B0916509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ADC68F-265D-A8E6-4B57-E940BD5CE9C6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97097A6-A709-8EB0-0AA8-095A9592A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A0EB22EC-46F8-2D37-8A5C-29C5CA3B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those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953E-DD07-1B86-F1B4-3BBEA9C8C3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02" y="281980"/>
            <a:ext cx="11925354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ways to get class fields: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getFields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an array of Field objects, specifically all the fields that are public for this class and its super classes.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getDeclaredFields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an array of Field objects, regardless of view.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 if you know the field name: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getField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Field with the given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2C456B-D6C4-6616-22B4-5E7B432E0C92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19365EB-8809-BFF2-7100-8CA9C2FDC549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5B68F9-1CD9-B4B3-ADBC-53C490E42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0575B3D-4E3F-91D9-B3CD-B8770814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all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6925-776F-7066-6676-79B3D85609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02" y="584057"/>
            <a:ext cx="11997362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Fields there are two ways to get Methods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getMethods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the public methods for this class and any it inherits from super classes.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getDeclaredMethods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the methods for this class only regardless of view.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Fields you can also get a specific method, but it takes more information.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BA8669-2C30-ABC5-652B-E2A361FEACB9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F0614B-54B6-ED31-B043-284465ED1CBD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389D7C-F4B5-D7F0-F871-81EB00D7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6C81-3F65-5FCB-FDC4-6965C8948D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692696"/>
            <a:ext cx="11881320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a specific method you call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getMethod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name, Class&lt;?&gt;… </a:t>
            </a: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parameterTypes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parameter is pretty straight forward, but does Class&lt;?&gt;… mean?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you can pass any number of Class&lt;?&gt; parameters after the name.</a:t>
            </a: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Class&lt;?&gt; parameters you pass reference the types of parameters the method takes.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8C66C6-48E9-0CA0-CE3A-E9D13004F536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FD2AE77-6551-4C43-FBB9-E49FE144B81C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7A7E58-D0AB-729E-7203-04AC97F8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35000EA-7968-0CDF-6E1B-D735DC70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all methods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0711-536D-C473-554E-FBCE485976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584057"/>
            <a:ext cx="11953328" cy="44958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lnSpc>
                <a:spcPct val="15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say we have this method:</a:t>
            </a:r>
          </a:p>
          <a:p>
            <a:pPr marL="605790" lvl="1" indent="-285750" fontAlgn="auto">
              <a:lnSpc>
                <a:spcPct val="15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doSomething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stuff,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times, </a:t>
            </a: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max){}</a:t>
            </a:r>
          </a:p>
          <a:p>
            <a:pPr marL="320040" indent="-320040" fontAlgn="auto">
              <a:lnSpc>
                <a:spcPct val="15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were trying to get this specific method we would have to call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getMethod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this:</a:t>
            </a:r>
          </a:p>
          <a:p>
            <a:pPr marL="605790" lvl="1" indent="-285750" fontAlgn="auto">
              <a:lnSpc>
                <a:spcPct val="15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getMethod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doSomething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int.class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int.class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20040" lvl="1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0040" indent="-320040" fontAlgn="auto">
              <a:lnSpc>
                <a:spcPct val="15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directly passing the types, and this is because the reflection will use the method “fingerprints” to track it down and return it to us.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089718-2365-4809-9F78-AE7A3F9B971F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D51038-73A3-B7B7-17AC-F72A71EAAF7B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93793B-5498-9A3C-484E-37CB74B06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C27530A-4E8E-3B91-DC6A-C4B08C3F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5280"/>
            <a:ext cx="8153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all methods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94B38A40-530B-0C18-8F0D-B2EC7EDD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2576"/>
            <a:ext cx="8153400" cy="3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2D4C-376F-C843-14EB-7B1165C60A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302" y="215433"/>
            <a:ext cx="11994953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</a:t>
            </a:r>
            <a:r>
              <a:rPr lang="en-US" alt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constructos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have the methods: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getConstructors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public constructors for the class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getDeclaredConstructors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constructors for the class, regardless of view</a:t>
            </a:r>
          </a:p>
          <a:p>
            <a:pPr lvl="1">
              <a:lnSpc>
                <a:spcPct val="150000"/>
              </a:lnSpc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again get specific constructors with: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getConstructor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(Class&lt;?&gt;… </a:t>
            </a: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parameterTypes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constructor that takes the given parameters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9D2D2E-CB17-CF16-DB74-942EDC8B27A2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20E01D-9D58-5A99-5516-D26421F2E548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17C336-38B6-64C3-0E81-7EBE61619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E3E8B7A-1798-1DEA-6273-180A528F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12576"/>
            <a:ext cx="8153400" cy="392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83D6-2319-C2FB-F4BF-F872718E51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454530"/>
            <a:ext cx="11809312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useful methods: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getEnclosingMethod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the method that declared an anonymous class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class name</a:t>
            </a:r>
          </a:p>
          <a:p>
            <a:pPr lvl="1">
              <a:lnSpc>
                <a:spcPct val="150000"/>
              </a:lnSpc>
            </a:pPr>
            <a:r>
              <a:rPr lang="en-US" alt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newInstance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50000"/>
              </a:lnSpc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instance of the class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5BDF0E-6743-537D-AE4B-6D060342EC4A}"/>
              </a:ext>
            </a:extLst>
          </p:cNvPr>
          <p:cNvGrpSpPr/>
          <p:nvPr/>
        </p:nvGrpSpPr>
        <p:grpSpPr>
          <a:xfrm>
            <a:off x="0" y="6356350"/>
            <a:ext cx="12192000" cy="501650"/>
            <a:chOff x="0" y="6356350"/>
            <a:chExt cx="12192000" cy="5016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EE9240-3001-EC06-3F7D-912AFB8D82B0}"/>
                </a:ext>
              </a:extLst>
            </p:cNvPr>
            <p:cNvSpPr/>
            <p:nvPr/>
          </p:nvSpPr>
          <p:spPr>
            <a:xfrm>
              <a:off x="0" y="6356350"/>
              <a:ext cx="12192000" cy="501650"/>
            </a:xfrm>
            <a:prstGeom prst="rect">
              <a:avLst/>
            </a:prstGeom>
            <a:gradFill flip="none" rotWithShape="1">
              <a:gsLst>
                <a:gs pos="0">
                  <a:srgbClr val="113555"/>
                </a:gs>
                <a:gs pos="55000">
                  <a:srgbClr val="10426F"/>
                </a:gs>
                <a:gs pos="100000">
                  <a:srgbClr val="134C85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C7643F-7A6F-6505-EF26-1C141E5B7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02" y="6391727"/>
              <a:ext cx="2448272" cy="43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1DE35D32F8A9489F9CB065DAD17BDC" ma:contentTypeVersion="4" ma:contentTypeDescription="Create a new document." ma:contentTypeScope="" ma:versionID="06e5a418d8fb9cc4997eb20698978736">
  <xsd:schema xmlns:xsd="http://www.w3.org/2001/XMLSchema" xmlns:xs="http://www.w3.org/2001/XMLSchema" xmlns:p="http://schemas.microsoft.com/office/2006/metadata/properties" xmlns:ns2="be89791f-b053-47b8-996c-5f8fd4f0316a" targetNamespace="http://schemas.microsoft.com/office/2006/metadata/properties" ma:root="true" ma:fieldsID="2d870f90b3838ddefc78dcad9d8bd211" ns2:_="">
    <xsd:import namespace="be89791f-b053-47b8-996c-5f8fd4f031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89791f-b053-47b8-996c-5f8fd4f031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9E6BEA-9628-4C6B-A0A5-33243618ED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34C8CD-81C9-4245-A407-93F6E6AEF6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89791f-b053-47b8-996c-5f8fd4f031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959F8B-570F-4C27-AAAE-3479F7738CA0}">
  <ds:schemaRefs>
    <ds:schemaRef ds:uri="http://purl.org/dc/elements/1.1/"/>
    <ds:schemaRef ds:uri="http://schemas.microsoft.com/office/2006/metadata/properties"/>
    <ds:schemaRef ds:uri="be89791f-b053-47b8-996c-5f8fd4f0316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36529</TotalTime>
  <Words>6715</Words>
  <Application>Microsoft Office PowerPoint</Application>
  <PresentationFormat>Widescreen</PresentationFormat>
  <Paragraphs>740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Anonymous Pro</vt:lpstr>
      <vt:lpstr>Arial</vt:lpstr>
      <vt:lpstr>Calibri</vt:lpstr>
      <vt:lpstr>Calibri Light</vt:lpstr>
      <vt:lpstr>Cambria</vt:lpstr>
      <vt:lpstr>Times New Roman</vt:lpstr>
      <vt:lpstr>Wingdings</vt:lpstr>
      <vt:lpstr>Wingdings 2</vt:lpstr>
      <vt:lpstr>Office Theme</vt:lpstr>
      <vt:lpstr>PowerPoint Presentation</vt:lpstr>
      <vt:lpstr>Syllabus</vt:lpstr>
      <vt:lpstr>Annotation</vt:lpstr>
      <vt:lpstr>Annotation</vt:lpstr>
      <vt:lpstr>Built-In Java Annotations</vt:lpstr>
      <vt:lpstr>@Override</vt:lpstr>
      <vt:lpstr>@SuppressWarnings</vt:lpstr>
      <vt:lpstr>   @Deprecated </vt:lpstr>
      <vt:lpstr>Java Custom Annotations/ Java User-defined annotations </vt:lpstr>
      <vt:lpstr>PowerPoint Presentation</vt:lpstr>
      <vt:lpstr>  Marker Annotation </vt:lpstr>
      <vt:lpstr>Single-Value Annotation</vt:lpstr>
      <vt:lpstr>  Multi-Value Annotation </vt:lpstr>
      <vt:lpstr> Built-in Annotations used in custom annotations in java</vt:lpstr>
      <vt:lpstr>  @Target </vt:lpstr>
      <vt:lpstr>   Example </vt:lpstr>
      <vt:lpstr>Lambda Expression</vt:lpstr>
      <vt:lpstr>Lambda Expression</vt:lpstr>
      <vt:lpstr>  Functional Interface  </vt:lpstr>
      <vt:lpstr>   Syntax - Lambda Expression   </vt:lpstr>
      <vt:lpstr>  Parameter Syntax  </vt:lpstr>
      <vt:lpstr>   Without Lambda Expression   </vt:lpstr>
      <vt:lpstr>   Without Lambda Expression   </vt:lpstr>
      <vt:lpstr>Java Lambda Expression Example</vt:lpstr>
      <vt:lpstr>  Java Lambda Expression Example: No Parameter  </vt:lpstr>
      <vt:lpstr>Java Lambda Expression Example: Single Parameter</vt:lpstr>
      <vt:lpstr>Java Lambda Expression Example: Multiple Parameters</vt:lpstr>
      <vt:lpstr>   Java Lambda Expression Example: with or without return keyword   </vt:lpstr>
      <vt:lpstr>  Java Lambda Expression Example: foreach Loop  </vt:lpstr>
      <vt:lpstr>Java Lambda Expression Example: Multiple Statements</vt:lpstr>
      <vt:lpstr>   Java Lambda Expression Example: Creating Thread  </vt:lpstr>
      <vt:lpstr>  Java Lambda Expression Example: Comparator  </vt:lpstr>
      <vt:lpstr>Generics</vt:lpstr>
      <vt:lpstr>Generics</vt:lpstr>
      <vt:lpstr>Advantage of Java Generics</vt:lpstr>
      <vt:lpstr>Type Safety</vt:lpstr>
      <vt:lpstr>Type casting is not required</vt:lpstr>
      <vt:lpstr>Example1</vt:lpstr>
      <vt:lpstr>Example2</vt:lpstr>
      <vt:lpstr>Generic class</vt:lpstr>
      <vt:lpstr>Using generic class</vt:lpstr>
      <vt:lpstr>Example 2</vt:lpstr>
      <vt:lpstr>Contd...</vt:lpstr>
      <vt:lpstr>Type Parameters</vt:lpstr>
      <vt:lpstr>Generic Method</vt:lpstr>
      <vt:lpstr>Generic Method  (contd...)</vt:lpstr>
      <vt:lpstr>Wildcard in Java Generics</vt:lpstr>
      <vt:lpstr>Wildcard in Java Generics  (contd...)</vt:lpstr>
      <vt:lpstr>Example</vt:lpstr>
      <vt:lpstr>Reflection in Java  (Not in Exam)</vt:lpstr>
      <vt:lpstr>What exactly is a class?</vt:lpstr>
      <vt:lpstr>Programming vs Reflecting</vt:lpstr>
      <vt:lpstr>What do you mean Runtime?</vt:lpstr>
      <vt:lpstr>Uses of Reflection</vt:lpstr>
      <vt:lpstr>Programming Reflection</vt:lpstr>
      <vt:lpstr>Java.lang.reflect.*</vt:lpstr>
      <vt:lpstr>How to implement</vt:lpstr>
      <vt:lpstr>PowerPoint Presentation</vt:lpstr>
      <vt:lpstr>The Parts of the Class</vt:lpstr>
      <vt:lpstr>Getting those fields</vt:lpstr>
      <vt:lpstr>Calling all methods</vt:lpstr>
      <vt:lpstr>Calling all methods</vt:lpstr>
      <vt:lpstr>Calling all methods</vt:lpstr>
      <vt:lpstr>Building blocks</vt:lpstr>
      <vt:lpstr>The 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1314</cp:revision>
  <dcterms:created xsi:type="dcterms:W3CDTF">2007-08-28T09:12:38Z</dcterms:created>
  <dcterms:modified xsi:type="dcterms:W3CDTF">2026-04-13T08:14:18Z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0x0101004C1DE35D32F8A9489F9CB065DAD17BDC</vt:lpwstr>
  </property>
  <property fmtid="{D5CDD505-2E9C-101B-9397-08002B2CF9AE}" pid="3" name="Order">
    <vt:r8>11900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